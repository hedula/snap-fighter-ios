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2e7d8025c418e" /><Relationship Type="http://schemas.openxmlformats.org/officeDocument/2006/relationships/extended-properties" Target="/docProps/app.xml" Id="Rf16f84277bab40bb" /><Relationship Type="http://schemas.openxmlformats.org/officeDocument/2006/relationships/officeDocument" Target="/ppt/presentation.xml" Id="R23e1ab3f839e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6fbd5c7f9443d4"/>
  </p:sldMasterIdLst>
  <p:notesMasterIdLst>
    <p:notesMasterId xmlns:r="http://schemas.openxmlformats.org/officeDocument/2006/relationships" r:id="R20909044aa4844e3"/>
  </p:notesMasterIdLst>
  <p:sldIdLst>
    <p:sldId xmlns:r="http://schemas.openxmlformats.org/officeDocument/2006/relationships" id="256" r:id="Re9ba2985403648de"/>
    <p:sldId xmlns:r="http://schemas.openxmlformats.org/officeDocument/2006/relationships" id="257" r:id="R5f3d3e4c54bd489d"/>
    <p:sldId xmlns:r="http://schemas.openxmlformats.org/officeDocument/2006/relationships" id="258" r:id="R8f25ab2defcf49db"/>
    <p:sldId xmlns:r="http://schemas.openxmlformats.org/officeDocument/2006/relationships" id="259" r:id="R4c2b3e3c93a647cf"/>
    <p:sldId xmlns:r="http://schemas.openxmlformats.org/officeDocument/2006/relationships" id="260" r:id="R9926b215025b4cf3"/>
    <p:sldId xmlns:r="http://schemas.openxmlformats.org/officeDocument/2006/relationships" id="261" r:id="R647462dbdf35467c"/>
    <p:sldId xmlns:r="http://schemas.openxmlformats.org/officeDocument/2006/relationships" id="262" r:id="R0be02a60a8f44b61"/>
    <p:sldId xmlns:r="http://schemas.openxmlformats.org/officeDocument/2006/relationships" id="263" r:id="R19b12928ea9e4995"/>
    <p:sldId xmlns:r="http://schemas.openxmlformats.org/officeDocument/2006/relationships" id="264" r:id="R5cf6ea7357084f34"/>
    <p:sldId xmlns:r="http://schemas.openxmlformats.org/officeDocument/2006/relationships" id="265" r:id="R3f3801f5e5264978"/>
    <p:sldId xmlns:r="http://schemas.openxmlformats.org/officeDocument/2006/relationships" id="266" r:id="Ref5139d35ac04ccd"/>
    <p:sldId xmlns:r="http://schemas.openxmlformats.org/officeDocument/2006/relationships" id="267" r:id="R70a40f4f32b14199"/>
    <p:sldId xmlns:r="http://schemas.openxmlformats.org/officeDocument/2006/relationships" id="268" r:id="R164ed691c39c4b60"/>
    <p:sldId xmlns:r="http://schemas.openxmlformats.org/officeDocument/2006/relationships" id="269" r:id="Rff698875eb98478b"/>
    <p:sldId xmlns:r="http://schemas.openxmlformats.org/officeDocument/2006/relationships" id="270" r:id="R4453496ff8e74c93"/>
    <p:sldId xmlns:r="http://schemas.openxmlformats.org/officeDocument/2006/relationships" id="271" r:id="R643dc5355b5b4c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384748cc34985" /><Relationship Type="http://schemas.openxmlformats.org/officeDocument/2006/relationships/slideMaster" Target="/ppt/slideMasters/slideMaster1.xml" Id="R2e6fbd5c7f9443d4" /><Relationship Type="http://schemas.openxmlformats.org/officeDocument/2006/relationships/notesMaster" Target="/ppt/notesMasters/notesMaster1.xml" Id="R20909044aa4844e3" /><Relationship Type="http://schemas.openxmlformats.org/officeDocument/2006/relationships/presProps" Target="/ppt/presProps.xml" Id="R9d950e5b2ad34fb6" /><Relationship Type="http://schemas.openxmlformats.org/officeDocument/2006/relationships/tableStyles" Target="/ppt/tableStyles.xml" Id="Rd6e00df20a5a48d1" /><Relationship Type="http://schemas.openxmlformats.org/officeDocument/2006/relationships/slide" Target="/ppt/slides/slide1.xml" Id="Re9ba2985403648de" /><Relationship Type="http://schemas.openxmlformats.org/officeDocument/2006/relationships/slide" Target="/ppt/slides/slide2.xml" Id="R5f3d3e4c54bd489d" /><Relationship Type="http://schemas.openxmlformats.org/officeDocument/2006/relationships/slide" Target="/ppt/slides/slide3.xml" Id="R8f25ab2defcf49db" /><Relationship Type="http://schemas.openxmlformats.org/officeDocument/2006/relationships/slide" Target="/ppt/slides/slide4.xml" Id="R4c2b3e3c93a647cf" /><Relationship Type="http://schemas.openxmlformats.org/officeDocument/2006/relationships/slide" Target="/ppt/slides/slide5.xml" Id="R9926b215025b4cf3" /><Relationship Type="http://schemas.openxmlformats.org/officeDocument/2006/relationships/slide" Target="/ppt/slides/slide6.xml" Id="R647462dbdf35467c" /><Relationship Type="http://schemas.openxmlformats.org/officeDocument/2006/relationships/slide" Target="/ppt/slides/slide7.xml" Id="R0be02a60a8f44b61" /><Relationship Type="http://schemas.openxmlformats.org/officeDocument/2006/relationships/slide" Target="/ppt/slides/slide8.xml" Id="R19b12928ea9e4995" /><Relationship Type="http://schemas.openxmlformats.org/officeDocument/2006/relationships/slide" Target="/ppt/slides/slide9.xml" Id="R5cf6ea7357084f34" /><Relationship Type="http://schemas.openxmlformats.org/officeDocument/2006/relationships/slide" Target="/ppt/slides/slide10.xml" Id="R3f3801f5e5264978" /><Relationship Type="http://schemas.openxmlformats.org/officeDocument/2006/relationships/slide" Target="/ppt/slides/slide11.xml" Id="Ref5139d35ac04ccd" /><Relationship Type="http://schemas.openxmlformats.org/officeDocument/2006/relationships/slide" Target="/ppt/slides/slide12.xml" Id="R70a40f4f32b14199" /><Relationship Type="http://schemas.openxmlformats.org/officeDocument/2006/relationships/slide" Target="/ppt/slides/slide13.xml" Id="R164ed691c39c4b60" /><Relationship Type="http://schemas.openxmlformats.org/officeDocument/2006/relationships/slide" Target="/ppt/slides/slide14.xml" Id="Rff698875eb98478b" /><Relationship Type="http://schemas.openxmlformats.org/officeDocument/2006/relationships/slide" Target="/ppt/slides/slide15.xml" Id="R4453496ff8e74c93" /><Relationship Type="http://schemas.openxmlformats.org/officeDocument/2006/relationships/slide" Target="/ppt/slides/slide16.xml" Id="R643dc5355b5b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e68c8ba616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fb2940a5d4a4e" /><Relationship Type="http://schemas.openxmlformats.org/officeDocument/2006/relationships/notesMaster" Target="/ppt/notesMasters/notesMaster1.xml" Id="R31947999ee48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384db62e8849eb" /><Relationship Type="http://schemas.openxmlformats.org/officeDocument/2006/relationships/notesMaster" Target="/ppt/notesMasters/notesMaster1.xml" Id="R6539e1990b7a4c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f6a627cf03421a" /><Relationship Type="http://schemas.openxmlformats.org/officeDocument/2006/relationships/notesMaster" Target="/ppt/notesMasters/notesMaster1.xml" Id="R6cd2c517b32149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24c90b00984a7a" /><Relationship Type="http://schemas.openxmlformats.org/officeDocument/2006/relationships/notesMaster" Target="/ppt/notesMasters/notesMaster1.xml" Id="Rf10d56ab4dcc4f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399f73a204e45" /><Relationship Type="http://schemas.openxmlformats.org/officeDocument/2006/relationships/notesMaster" Target="/ppt/notesMasters/notesMaster1.xml" Id="R24226de82230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1f8196e83248c0" /><Relationship Type="http://schemas.openxmlformats.org/officeDocument/2006/relationships/notesMaster" Target="/ppt/notesMasters/notesMaster1.xml" Id="R540bd199c4f545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4a7757c1a4590" /><Relationship Type="http://schemas.openxmlformats.org/officeDocument/2006/relationships/notesMaster" Target="/ppt/notesMasters/notesMaster1.xml" Id="R24cbe7c059d94c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ad5c69e89243cb" /><Relationship Type="http://schemas.openxmlformats.org/officeDocument/2006/relationships/notesMaster" Target="/ppt/notesMasters/notesMaster1.xml" Id="Raaccc727b2754e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5ea7367e1642ba" /><Relationship Type="http://schemas.openxmlformats.org/officeDocument/2006/relationships/notesMaster" Target="/ppt/notesMasters/notesMaster1.xml" Id="R4d209ad3c4c34a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c103ab827f4492" /><Relationship Type="http://schemas.openxmlformats.org/officeDocument/2006/relationships/notesMaster" Target="/ppt/notesMasters/notesMaster1.xml" Id="Rf28d48b6755c4a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e9d0e739f2417d" /><Relationship Type="http://schemas.openxmlformats.org/officeDocument/2006/relationships/notesMaster" Target="/ppt/notesMasters/notesMaster1.xml" Id="R02e71299ac2446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b09858e7f3434a" /><Relationship Type="http://schemas.openxmlformats.org/officeDocument/2006/relationships/notesMaster" Target="/ppt/notesMasters/notesMaster1.xml" Id="Reba1c14cd97b4a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4bd215503b4494" /><Relationship Type="http://schemas.openxmlformats.org/officeDocument/2006/relationships/notesMaster" Target="/ppt/notesMasters/notesMaster1.xml" Id="R4de31b0288894e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5fafd296214946" /><Relationship Type="http://schemas.openxmlformats.org/officeDocument/2006/relationships/notesMaster" Target="/ppt/notesMasters/notesMaster1.xml" Id="R88229e33f30f49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f404506e4742a2" /><Relationship Type="http://schemas.openxmlformats.org/officeDocument/2006/relationships/notesMaster" Target="/ppt/notesMasters/notesMaster1.xml" Id="Rc47eb0c0372d46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1ec2556fd844ac" /><Relationship Type="http://schemas.openxmlformats.org/officeDocument/2006/relationships/notesMaster" Target="/ppt/notesMasters/notesMaster1.xml" Id="Rf06d5daaa22642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35e110d754b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863502ac084254" /><Relationship Type="http://schemas.openxmlformats.org/officeDocument/2006/relationships/slideLayout" Target="/ppt/slideLayouts/slideLayout1.xml" Id="Rf8b52ffc160d4b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52ffc160d4b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317d335284a88" /><Relationship Type="http://schemas.openxmlformats.org/officeDocument/2006/relationships/image" Target="/ppt/media/image.png" Id="Rca6816feeb49452b" /><Relationship Type="http://schemas.openxmlformats.org/officeDocument/2006/relationships/image" Target="/ppt/media/image2.png" Id="Rf6010fc7ccb24cd7" /><Relationship Type="http://schemas.openxmlformats.org/officeDocument/2006/relationships/image" Target="/ppt/media/image3.png" Id="R820e5fb0829c4911" /><Relationship Type="http://schemas.openxmlformats.org/officeDocument/2006/relationships/notesSlide" Target="/ppt/notesSlides/notesSlide1.xml" Id="Rb8b992d966c440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8f5bd63b84ace" /><Relationship Type="http://schemas.openxmlformats.org/officeDocument/2006/relationships/notesSlide" Target="/ppt/notesSlides/notesSlide2.xml" Id="R373407789efc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9c4d04d8d4637" /><Relationship Type="http://schemas.openxmlformats.org/officeDocument/2006/relationships/notesSlide" Target="/ppt/notesSlides/notesSlide3.xml" Id="Rc2c50600c6ec42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ad9e76dae4a97" /><Relationship Type="http://schemas.openxmlformats.org/officeDocument/2006/relationships/notesSlide" Target="/ppt/notesSlides/notesSlide4.xml" Id="Rb430bee7df64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5e665c03345bb" /><Relationship Type="http://schemas.openxmlformats.org/officeDocument/2006/relationships/notesSlide" Target="/ppt/notesSlides/notesSlide5.xml" Id="R31a01e0944cd43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262708ffc455b" /><Relationship Type="http://schemas.openxmlformats.org/officeDocument/2006/relationships/notesSlide" Target="/ppt/notesSlides/notesSlide6.xml" Id="Ra0c550cf669942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7e258d07f42e1" /><Relationship Type="http://schemas.openxmlformats.org/officeDocument/2006/relationships/notesSlide" Target="/ppt/notesSlides/notesSlide7.xml" Id="Recd5740b91a64c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2178b77834930" /><Relationship Type="http://schemas.openxmlformats.org/officeDocument/2006/relationships/notesSlide" Target="/ppt/notesSlides/notesSlide8.xml" Id="R204b8b8056c54f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f641480c24c22" /><Relationship Type="http://schemas.openxmlformats.org/officeDocument/2006/relationships/notesSlide" Target="/ppt/notesSlides/notesSlide9.xml" Id="R85746cee742941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b58c79ae34138" /><Relationship Type="http://schemas.openxmlformats.org/officeDocument/2006/relationships/notesSlide" Target="/ppt/notesSlides/notesSlide10.xml" Id="R4bfce22cfe8243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5e805df7b4000" /><Relationship Type="http://schemas.openxmlformats.org/officeDocument/2006/relationships/notesSlide" Target="/ppt/notesSlides/notesSlide11.xml" Id="Rbe74692162144f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758781d174519" /><Relationship Type="http://schemas.openxmlformats.org/officeDocument/2006/relationships/notesSlide" Target="/ppt/notesSlides/notesSlide12.xml" Id="Rab40df78bbc748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4cee95cf84826" /><Relationship Type="http://schemas.openxmlformats.org/officeDocument/2006/relationships/notesSlide" Target="/ppt/notesSlides/notesSlide13.xml" Id="R5a4927d305ad4d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4ea1034cb48cd" /><Relationship Type="http://schemas.openxmlformats.org/officeDocument/2006/relationships/notesSlide" Target="/ppt/notesSlides/notesSlide14.xml" Id="R803e16ab4f044d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fb401464e49dc" /><Relationship Type="http://schemas.openxmlformats.org/officeDocument/2006/relationships/image" Target="/ppt/media/image4.png" Id="Rc21e13597a204ce4" /><Relationship Type="http://schemas.openxmlformats.org/officeDocument/2006/relationships/image" Target="/ppt/media/image5.png" Id="R58f35be8b1124782" /><Relationship Type="http://schemas.openxmlformats.org/officeDocument/2006/relationships/notesSlide" Target="/ppt/notesSlides/notesSlide15.xml" Id="R06a807ad55ac40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2e26b425044e2" /><Relationship Type="http://schemas.openxmlformats.org/officeDocument/2006/relationships/image" Target="/ppt/media/image6.png" Id="Rf1c0796d10a54298" /><Relationship Type="http://schemas.openxmlformats.org/officeDocument/2006/relationships/notesSlide" Target="/ppt/notesSlides/notesSlide16.xml" Id="R649f1adae577478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60000">
              <a:srgbClr val="EEF3FF"/>
            </a:gs>
            <a:gs pos="100000">
              <a:srgbClr val="FFF1E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816feeb49452b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5FA38-72DD-4C45-8920-2F2D196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6F2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73EF0-D052-4B77-9D56-E01289B5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64214"/>
                </a:solidFill>
              </a:defRPr>
            </a:pPr>
            <a:r>
              <a:rPr sz="1125" b="1">
                <a:solidFill>
                  <a:srgbClr val="B64214"/>
                </a:solidFill>
              </a:rPr>
              <a:t>APPLE DEVELOPER WORKSHOP / 7.26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27005-C08F-4211-B4AC-2B40E38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我不會 Swift，</a:t>
            </a:r>
          </a:p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但我做了一個</a:t>
            </a:r>
          </a:p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AI 怪獸對戰遊戲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7FB81-F7AC-4BA7-B278-41A9E72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一場從想法、規劃到 AI 協作實作的開發實驗。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26B2-A202-4C08-99D6-D122545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1699C-5386-46C9-8031-4ACD14E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6E3EB-6AA8-4BBF-A351-7089E3D8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6174"/>
                </a:solidFill>
              </a:defRPr>
            </a:pPr>
            <a:r>
              <a:rPr sz="1800" b="1">
                <a:solidFill>
                  <a:srgbClr val="56617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B23F9-2D6A-41B1-AC38-3D976AB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E4FB6-DC34-433B-9B49-F097E65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91959-787B-4D90-AACA-CB028484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6174"/>
                </a:solidFill>
              </a:defRPr>
            </a:pPr>
            <a:r>
              <a:rPr sz="1800" b="1">
                <a:solidFill>
                  <a:srgbClr val="56617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CFE83-F6A1-40CF-8219-2CC3A41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720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A013-150D-4DA4-81EF-7499B18B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96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0168-B590-4EFC-B576-EF7EAAE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6174"/>
                </a:solidFill>
              </a:defRPr>
            </a:pPr>
            <a:r>
              <a:rPr sz="1350" b="1">
                <a:solidFill>
                  <a:srgbClr val="566174"/>
                </a:solidFill>
              </a:rPr>
              <a:t>Snap Fighter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85C76-86E2-43D5-A0C0-F2E0408D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不會 Swift，不代表不能做產品。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10fc7ccb24cd7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7813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e5fb0829c4911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4100" y="24765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5868C-8479-4747-BCDE-BCCC482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拍照 → 生成 → 對戰</a:t>
            </a:r>
          </a:p>
        </p:txBody>
      </p:sp>
    </p:spTree>
    <p:extLst>
      <p:ext uri="{BB962C8B-B14F-4D97-AF65-F5344CB8AC3E}">
        <p14:creationId xmlns:p14="http://schemas.microsoft.com/office/powerpoint/2010/main" val="494186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D478D-5210-41C6-B071-F6A6399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FC5E3-5B46-46D8-AE4F-DF65114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0643-DD48-4479-963C-E815473C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00 / 為什麼是我來做這個題目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31A3E-1EC6-4D8A-9A11-B60EE2C0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D34B6-3FA3-4388-8DC3-A4548E5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我不是 Swift 開發者，</a:t>
            </a:r>
          </a:p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但我擅長把複雜問題拆成 AI 可協作的系統。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8647-0952-43E0-B1D0-55B83BB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跨設計、前端、SEO、雲端與 AI 工作流整合，這正是 Snap Fighter 的出發點。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55921-9CA3-4427-8117-EEF5A39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4214"/>
                </a:solidFill>
              </a:defRPr>
            </a:pPr>
            <a:r>
              <a:rPr sz="2100" b="1">
                <a:solidFill>
                  <a:srgbClr val="B64214"/>
                </a:solidFill>
              </a:rPr>
              <a:t>李奕叡 Eric Lee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FB38F-2683-46A9-A24B-0C69F19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視覺全端工程師｜AI 協作開發實踐者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90824-C76D-4468-A26A-3290333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333375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482DC-4E66-45E9-8CF5-B24E464C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762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2CC9B-0CB6-40E6-BBF2-18E6B03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跨域背景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A61A0-BDF5-4ECD-87E6-8A0D697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平面、影音、UI/UX、網站工程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把不同專業語言轉成同一條產品路徑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B35B1-77BE-4681-9FA2-02056F9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333375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BB7F7-7722-4114-AF07-EC72CD7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762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58EE2-9428-485B-A3B0-C50455A7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81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經歷亮點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A8F17-9E86-4A8A-85B3-6AD9C579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005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參與 Hyundai Santa Fe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原廠車載多媒體介面設計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D9805-9414-4B0D-B5B8-0A696C3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33375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E6ACF-03F2-4E22-8C46-38BA63AA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762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F16BD-59FB-4836-9636-5B394BC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現在專注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0E7BA-A5FA-4D1C-96EB-0A1305C2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AI 協作開發、CMS、SEO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與可驗證的工作流程設計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37E59-5665-49EE-A67C-501F7D97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這場分享不是教你變成 Swift 專家，而是示範如何用 AI 把陌生技術組成可 demo 的產品。</a:t>
            </a:r>
          </a:p>
        </p:txBody>
      </p:sp>
    </p:spTree>
    <p:extLst>
      <p:ext uri="{BB962C8B-B14F-4D97-AF65-F5344CB8AC3E}">
        <p14:creationId xmlns:p14="http://schemas.microsoft.com/office/powerpoint/2010/main" val="460350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3F7A3-F28A-4DD1-813B-603A47F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9BA2-17DD-49E2-8380-2EE7033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40D7B-3CF9-40DA-BE5C-615F8DB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01 / 開發方式正在改變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00CE2-A532-4C07-8553-CC91025C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784B2-F8A0-4474-A6F7-5CE60BD3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以前需要一個團隊，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現在先需要一個可協作的系統。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880CD-9D4B-438D-930B-F54973A6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AI 改變的不是只有寫 code 的速度，而是誰能參與開發。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0D3B8-66DD-47B1-9E3B-5B522794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476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D16D8-C24B-41A4-8F5E-F41EE65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61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3752E-3075-4C69-9C48-6AA675D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傳統流程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74B00-566F-4F3D-B83B-816F92B6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019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企劃 → 設計 → 程式 → 測試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每個角色依序交接，想法驗證成本高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236BD-CB25-4459-B2CB-EAE6E10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476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834EE-EE7D-47A6-9508-6D1419A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3A596-3D00-4670-AC25-71316460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AI 協作流程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A3D0A-021F-4F36-A7BB-7041DEA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4019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想法 → Context → Agent → 實作 → 審查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一個人也能同時召集多種專業視角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FA025-C1A2-44DC-A2A9-551721F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不是讓 AI 取代團隊，而是讓一個人能先跑出第一個版本。</a:t>
            </a:r>
          </a:p>
        </p:txBody>
      </p:sp>
    </p:spTree>
    <p:extLst>
      <p:ext uri="{BB962C8B-B14F-4D97-AF65-F5344CB8AC3E}">
        <p14:creationId xmlns:p14="http://schemas.microsoft.com/office/powerpoint/2010/main" val="1851945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79FD0-4DB3-4082-B0C1-93018C0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153F7-3789-48C8-8083-9BF6F36C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B12C8-E242-498D-BBEF-443B626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02 / 開始之前，不是先寫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3609E-74CC-4E9A-8A4E-9961F3EF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1DDD1-23B8-4596-BBED-79A11106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我先建立一個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讓 AI 能工作的開發環境。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8571-22A6-4B8E-BBEA-ABC2D3A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Context 的目的：讓每一次協作都不必重新解釋整個專案。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D547B-4C65-4BC0-AA89-6759CEC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9530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DEDCE-E27E-4B6B-B273-BDF7E32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Snap Fighter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A02ED-891A-4229-A54F-B3714A8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├── .development_document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│   ├── context / decisions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│   ├── plan / tasks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│   └── changelog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├── .memory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├── .agents / skills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└── Source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6B2CA-8D0B-46B4-816A-12D5A186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B388B-378C-4334-9529-46CFAEB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6DA2-B771-45D3-A192-96935E90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57712-228B-4B60-9DCF-32898D83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這個版本要驗證什麼？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AF53B-7B39-48C6-B321-5261AD1C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F91FD-BBB6-4AEC-BFF5-91F8BC1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D430E-1BC3-475C-9BA8-996B6D1E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4A848-34B2-4D76-B61E-29508A61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平台、時間、技術邊界？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8E1B7-6ECA-4AA8-B5EC-1D46B8B8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CBA66-49C3-4708-9B70-D399C86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975B7-0CE0-4A2F-A5C6-014DA160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規則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F0219-E97A-429B-83C5-B385B3B0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05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什麼叫完成？如何驗證？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8B849-7C8E-4899-A048-EF62B713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Prompt 是一次性的指令；Context 是持續的工作記憶。</a:t>
            </a:r>
          </a:p>
        </p:txBody>
      </p:sp>
    </p:spTree>
    <p:extLst>
      <p:ext uri="{BB962C8B-B14F-4D97-AF65-F5344CB8AC3E}">
        <p14:creationId xmlns:p14="http://schemas.microsoft.com/office/powerpoint/2010/main" val="1980640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3AA66-3F3A-46E8-B8C3-750F70A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07527-7331-4DB6-AD0C-B3A382F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2E1A-775F-4C42-8E70-F8F36612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03 / 不讓 AI 只有一個人格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1D2CD-298C-4C98-8493-40435F06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CC6A-6B04-42F8-B532-15484C2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把專業拆成角色，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讓不同 Agent 檢查不同問題。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FB05-824C-4669-933C-A87B871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每個角色都有自己的判斷標準，不是換一個稱呼而已。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3A793-E683-4A2B-8283-83EBA0B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2055F-34CC-48FE-B468-0200C9D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5B24"/>
                </a:solidFill>
              </a:defRPr>
            </a:pPr>
            <a:r>
              <a:rPr sz="1200" b="1">
                <a:solidFill>
                  <a:srgbClr val="E85B24"/>
                </a:solidFill>
              </a:rPr>
              <a:t>GAME PRODUCER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06562-8592-422B-999E-9F4575D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MVP 範圍、玩家循環、Demo 是否安全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64A84-003C-4ED5-A2C1-E7DA6A3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E1517-211A-4997-96D6-2366D71C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46C1"/>
                </a:solidFill>
              </a:defRPr>
            </a:pPr>
            <a:r>
              <a:rPr sz="1200" b="1">
                <a:solidFill>
                  <a:srgbClr val="6946C1"/>
                </a:solidFill>
              </a:rPr>
              <a:t>GAME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A6E92-5B4B-4D35-AEC7-1EBE7EE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規則、平衡、每回合是否有決策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2E33D-6F81-4E22-9A0C-D0AB1E7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18339-2112-4206-8B4A-D785E6D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A4"/>
                </a:solidFill>
              </a:defRPr>
            </a:pPr>
            <a:r>
              <a:rPr sz="1200" b="1">
                <a:solidFill>
                  <a:srgbClr val="087EA4"/>
                </a:solidFill>
              </a:rPr>
              <a:t>UI DESIGNER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C639-9AF1-4B55-B8B6-BB684F9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資訊層級、按鈕位置、視覺回饋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17785-3760-40B2-B1D1-10F550C2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FF161-315F-4897-8AC7-40E7EAA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EF3C3-A9D7-4081-A43A-A86D271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Edge case、失敗路徑、回歸測試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090C4-E43A-4CE0-9239-2950D3E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AI 協作的關鍵，不是叫得更大聲，而是讓問題被不同角度看見。</a:t>
            </a:r>
          </a:p>
        </p:txBody>
      </p:sp>
    </p:spTree>
    <p:extLst>
      <p:ext uri="{BB962C8B-B14F-4D97-AF65-F5344CB8AC3E}">
        <p14:creationId xmlns:p14="http://schemas.microsoft.com/office/powerpoint/2010/main" val="375533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04 / 先討論，再開發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我不是直接命令 AI 寫遊戲。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我先跟它一起把想法問清楚。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人的想法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我想做一個</a:t>
            </a:r>
          </a:p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拍照變怪獸的遊戲。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共同設計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玩家為什麼要拍？</a:t>
            </a:r>
          </a:p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什麼算 MVP？30 分鐘能完成哪一段？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對話會把模糊的願望，轉成可驗證的產品問題。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平台 / 玩家循環 / 技術限制 / Demo 路徑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F5866-1FD2-43E6-A09E-A01E27C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CE2A-4F2E-43C8-8CCA-D4FF73B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D5B8-455C-44A4-B969-E9E4B9E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05 / Chat 不是成果，文件才是成果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D637-41D8-4F4E-B49D-29468B9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AF54D-BD19-4D18-B3F1-49C3D78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對話結束後，我把共識轉成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下一個 Agent 可以執行的規劃書。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AF4A-1533-4530-885A-5DEB221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3489-E091-40A7-842A-97B9FE0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24"/>
                </a:solidFill>
              </a:defRPr>
            </a:pPr>
            <a:r>
              <a:rPr sz="1125" b="1">
                <a:solidFill>
                  <a:srgbClr val="E85B24"/>
                </a:solidFill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C693-DE54-481A-B440-8E21E42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想法、問題、取捨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563FD-B875-4533-AC24-7EF769E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2200-EF06-4BB5-9BE2-8EC8FDA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96607-F8D6-4A5C-8F9A-A67C080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A4"/>
                </a:solidFill>
              </a:defRPr>
            </a:pPr>
            <a:r>
              <a:rPr sz="1125" b="1">
                <a:solidFill>
                  <a:srgbClr val="087EA4"/>
                </a:solidFill>
              </a:rPr>
              <a:t>GAME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61ED-C014-45A4-BDC5-7AFEFB7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Core Loop、玩家體驗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5F91E-87E8-48FD-9E62-0417988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25FCF-CB05-4577-AE15-D04DC2D6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4F17A-6EF1-4CF5-AA1F-5437E16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946C1"/>
                </a:solidFill>
              </a:defRPr>
            </a:pPr>
            <a:r>
              <a:rPr sz="1125" b="1">
                <a:solidFill>
                  <a:srgbClr val="6946C1"/>
                </a:solidFill>
              </a:rPr>
              <a:t>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11D0E-BD57-4602-A7BF-9C92B1D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任務、資料、驗收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D2716-0586-4A1E-9201-8BDDC9E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001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1A2CE-E3FD-48AF-9B4C-DCF248B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Core Loop: 1. Capture Photo  2. Generate Monster  3. Battle  4. Result</a:t>
            </a:r>
          </a:p>
        </p:txBody>
      </p:sp>
    </p:spTree>
    <p:extLst>
      <p:ext uri="{BB962C8B-B14F-4D97-AF65-F5344CB8AC3E}">
        <p14:creationId xmlns:p14="http://schemas.microsoft.com/office/powerpoint/2010/main" val="873372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F8D72-E93A-48F6-A9D3-0FE6A22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EB03B-61E8-441C-BD62-12C0963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316E-3D4C-4C34-B0D8-36F8B61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06 / 10 分鐘前置規劃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FF7A3-4B5F-4248-86B9-A31F0D1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359BE-DF61-4166-AF3B-2DFD124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10 分鐘只做三個決定：</a:t>
            </a:r>
          </a:p>
          <a:p xmlns:a="http://schemas.openxmlformats.org/drawingml/2006/main">
            <a:pPr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做什麼、先不做什麼、怎麼算完成。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D4F76-C10B-4F0B-9416-76B3C7F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把想法變成 AI 能執行的邊界。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8FB7F-834B-4607-9528-59BEFB9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784A7-95C1-403E-B33A-0F19D06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2BF84-6EE7-4BA0-BEB4-25DFB5C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01C94-819A-4916-BAD5-E4A4A93E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拍照或選照片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AI 回傳一張怪獸卡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兩隻怪獸進入戰鬥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844B-FA53-4DDB-8E31-8507ABD5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D0B6A-1CDA-4FD4-A5A7-6BAD120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B2232-7718-45D1-BA26-400BD99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DA38C-D65A-44E2-AD90-673877A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卡牌收藏與升級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替補位與交換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勝利後經驗值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CC311-AFE9-47F2-8220-7FB6EF4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3BC3E-3221-4AFD-BD51-116EFC3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34BD2-656E-4B0E-8FF7-9F01ED5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NOT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A53EE-51A9-4AFB-925B-F13DA0EF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多人連線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商店與抽卡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複雜的屬性相剋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C8551-5EFE-4CFF-91D2-23D3280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MVP 的關鍵不是少寫 code，而是少承諾。</a:t>
            </a:r>
          </a:p>
        </p:txBody>
      </p:sp>
    </p:spTree>
    <p:extLst>
      <p:ext uri="{BB962C8B-B14F-4D97-AF65-F5344CB8AC3E}">
        <p14:creationId xmlns:p14="http://schemas.microsoft.com/office/powerpoint/2010/main" val="524735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9378B-BF9D-4891-BB12-99F643F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2BD9-D57A-45D8-A6F9-B2DE1F1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352E-507C-4FB4-B642-90D40FC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07 / 把 MVP 畫成一條路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80EB-E31C-42CA-8F77-8F7133E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405A-4989-4CDC-997A-40F4667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我們先畫出 4 個畫面，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再讓 AI 寫 SwiftUI。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E119-8CA0-49D5-8E69-0097E4A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每一個畫面都只回答一個問題。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23C6F-33A3-45A9-8FBA-5503F46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D19B3-22BF-457C-A8EC-A7CC15C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B7E7-55F9-468D-87D1-AF20906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5B4E-0D3E-442D-B0FE-1A3644E1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拍照抓怪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18E9-CC2C-435F-A0EC-458E3DF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我想把什麼變成怪獸？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B7FB-9E8C-448C-8DCD-2A4975B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D0E31-380E-46DE-ADC6-B6F52F0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662C3-F1D6-47FB-9E5A-95F77FC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E556A-F784-4869-B03A-C1F5A86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怪獸卡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5290F-BEA5-43F0-89FA-963F002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AI 幫我生成了什麼？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7DC0-9F73-43A9-817E-8483845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9D57-1B76-41DC-95CF-E43EDD5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F022C-D0D2-4BA2-9FB1-AE08062A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8355-E0CF-46AD-90F3-AC896AD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對戰場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41C4-55D8-4203-AD15-2354C7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這一回合我要做什麼？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9ED0-1EFE-45FF-8339-0D81B62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94CC7-BF4A-4D07-971D-37B2E17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8E391-6C24-4D4C-A24A-036079A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8CB4B-4A73-4B85-B744-51CD550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戰鬥結果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A1262-23B0-4165-AB66-03E4793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我贏了什麼？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C0E64-D376-463C-8E3A-8C80B5FE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9525">
            <a:solidFill>
              <a:srgbClr val="087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F6846F-1F1F-4E4C-B150-7E22932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最小資料契約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788B-1D66-4B9B-A9D6-6C886F5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Monster {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name, element,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hp, atk, def, skill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BattleState {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player, opponent, turn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5056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5D869-ADC2-4413-A116-B9BBC12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D34F-9236-4F8B-AA52-F06AFC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C3C-C87B-48AB-9470-458C4A3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08 / 30 分鐘實作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C185-E4E9-4AAA-848D-CB40E78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0F48-57E4-4D5F-B0D6-EF43721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30 分鐘不是把整個產品做完。</a:t>
            </a:r>
          </a:p>
          <a:p xmlns:a="http://schemas.openxmlformats.org/drawingml/2006/main">
            <a:pPr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是把一個可玩的循環跑通。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068A-7317-4763-8FBA-9774B43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403D-7314-4895-88A9-C244D04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5B24"/>
                </a:solidFill>
              </a:defRPr>
            </a:pPr>
            <a:r>
              <a:rPr sz="2100" b="1">
                <a:solidFill>
                  <a:srgbClr val="E85B24"/>
                </a:solidFill>
              </a:rPr>
              <a:t>0–10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1A887-DD9B-478A-B520-EE723E1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先跑起來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82D4-4C2A-4459-9A46-1E8571F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Xcode 專案、畫面骨架、假資料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D8CB-653F-4AAC-8FBF-CE75B0F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017-A009-4028-9DB5-D8A1F84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A282-1F85-4894-BBE3-5060BB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A4"/>
                </a:solidFill>
              </a:defRPr>
            </a:pPr>
            <a:r>
              <a:rPr sz="2100" b="1">
                <a:solidFill>
                  <a:srgbClr val="087EA4"/>
                </a:solidFill>
              </a:rPr>
              <a:t>10–20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0682-9B0E-461F-9E2A-619BF5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接上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B8D5-6BD1-4DBE-8E2E-02C7922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圖片上傳、JSON 解碼、卡牌生成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B10F-A650-4F35-B59F-75832D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DEA3-3579-404D-AE73-293D75E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DF4DF-8752-477A-B28D-BAFA0A4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46C1"/>
                </a:solidFill>
              </a:defRPr>
            </a:pPr>
            <a:r>
              <a:rPr sz="2100" b="1">
                <a:solidFill>
                  <a:srgbClr val="6946C1"/>
                </a:solidFill>
              </a:rPr>
              <a:t>20–30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C757-2F3C-4D4B-9108-8BB21F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完成對戰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1B41-27FE-4BB7-8AD2-40463E9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回合狀態、按鈕、勝負結果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21705-5C58-4A6C-A35F-4676A7C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完成標準：學員能拍照、看到一張卡、按下攻擊、看到結果。</a:t>
            </a:r>
          </a:p>
        </p:txBody>
      </p:sp>
    </p:spTree>
    <p:extLst>
      <p:ext uri="{BB962C8B-B14F-4D97-AF65-F5344CB8AC3E}">
        <p14:creationId xmlns:p14="http://schemas.microsoft.com/office/powerpoint/2010/main" val="1979016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C3F0B-807E-4B12-9495-070EE62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D786D-3BA2-477E-B92E-53F039C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0411A-73D9-401F-8763-4E9A10E3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09 / AI 協作的真實樣貌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E016E-B037-45AD-983F-28F239F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9EF94-133E-478E-9EB1-3F20804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AI 會寫得很快，</a:t>
            </a:r>
          </a:p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也會很快地寫錯。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90E6-9229-4CA8-827A-8D1475D3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我們示範的不是完美 prompt，而是修正迴圈。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96C01-501B-4FDB-8799-4F3CC7D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6F7B1-8B6B-4F80-89FA-5A6B1E2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B3CAD-D325-4FDB-9CA5-B0734A9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B8BC1-2629-4A54-AB9E-9B8CDE9D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請建立一個 SwiftUI BattleView。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玩家可以攻擊、使用技能或防禦，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每次操作都更新 BattleState。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828F-D44F-45C7-AA0E-5C31BC4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5B24"/>
                </a:solidFill>
              </a:defRPr>
            </a:pPr>
            <a:r>
              <a:rPr sz="225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DAC6-9F19-4890-92E7-3664738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27587-2FC8-4FC9-AC84-F070F71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BUG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05CA-8D86-4732-AE43-B3798F8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BE9E9"/>
          </a:solidFill>
          <a:ln xmlns:a="http://schemas.openxmlformats.org/drawingml/2006/main" w="9525">
            <a:solidFill>
              <a:srgbClr val="C62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D261C-1AA2-4E5A-889B-D4466338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畫面能跑，但</a:t>
            </a:r>
          </a:p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對手的 HP 沒有更新。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ECB41-EADA-4506-AC72-6076C20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A43C1-E4FB-428E-840C-3AD0AF0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F4342-AE16-431B-906C-C4AFB111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先讀 state，再看 action；不要只看畫面。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672F7-1A57-40CD-9F73-F92085B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AI 不會主動告訴你的三件事：</a:t>
            </a:r>
          </a:p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狀態放錯地方、錯誤處理不完整、Demo 路徑沒有備案。</a:t>
            </a:r>
          </a:p>
        </p:txBody>
      </p:sp>
    </p:spTree>
    <p:extLst>
      <p:ext uri="{BB962C8B-B14F-4D97-AF65-F5344CB8AC3E}">
        <p14:creationId xmlns:p14="http://schemas.microsoft.com/office/powerpoint/2010/main" val="17273391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F3569-4C17-4D9C-9158-39FEC6B2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40BB-F72D-4F2F-A572-7F24D3B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76844-4378-43FB-B2BD-78C1C344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10 / 工具也在演進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32882-97A4-4887-BE10-10D83EE3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B7BF-E180-460F-AD9C-F54FD6E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從補完程式碼，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到協助維護整個系統。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CC668-4857-4341-BB97-C58D657A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以下是我在 Snap Fighter 開發過程中感受到的工作方式變化。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593D1-B8D9-43F5-8A2F-698F58BC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8EBD3-2632-4C0C-B212-D36F16EE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85B24"/>
                </a:solidFill>
              </a:defRPr>
            </a:pPr>
            <a:r>
              <a:rPr sz="1725" b="1">
                <a:solidFill>
                  <a:srgbClr val="E85B24"/>
                </a:solidFill>
              </a:rPr>
              <a:t>Codex 5.4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D26AD-E9B6-4821-A655-4EF0EEF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Code generation</a:t>
            </a:r>
          </a:p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需要大量人工修正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5718-0733-4C4B-AD80-C399CDF9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30B8F-503A-4D1E-B89C-1A4E5E0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6886-BEC7-4D35-954A-33F7C5F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A4"/>
                </a:solidFill>
              </a:defRPr>
            </a:pPr>
            <a:r>
              <a:rPr sz="1725" b="1">
                <a:solidFill>
                  <a:srgbClr val="087EA4"/>
                </a:solidFill>
              </a:rPr>
              <a:t>Codex 5.5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C1F2D-5FE2-49FA-83C6-CF8A83C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Context understanding</a:t>
            </a:r>
          </a:p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開始能跟上專案脈絡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18229-9C3A-481C-98F0-83294855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B2E2A-CE95-4617-ACBE-6B52831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B98C8-93B9-4AA1-9C31-191E3F60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946C1"/>
                </a:solidFill>
              </a:defRPr>
            </a:pPr>
            <a:r>
              <a:rPr sz="1725" b="1">
                <a:solidFill>
                  <a:srgbClr val="6946C1"/>
                </a:solidFill>
              </a:rPr>
              <a:t>Codex 5.6 Sol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2D643-3C68-4E11-AD05-A0D25CC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Architecture collaboration</a:t>
            </a:r>
          </a:p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能參與長流程修改與取捨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4A6F4-82EA-4607-B1F0-DDE44C2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版本不是重點；重點是 AI 開始能理解：專案結構、開發意圖、修改影響。</a:t>
            </a:r>
          </a:p>
        </p:txBody>
      </p:sp>
    </p:spTree>
    <p:extLst>
      <p:ext uri="{BB962C8B-B14F-4D97-AF65-F5344CB8AC3E}">
        <p14:creationId xmlns:p14="http://schemas.microsoft.com/office/powerpoint/2010/main" val="181784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BADFB-B1D3-4EAE-BACD-A887AB1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3BC89-8300-4C4A-AFD5-621D050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0F8B-7F8C-4F2A-8C30-0ADE726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11 / 完成不是結束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6AAC2-8997-4842-9E67-382E5096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380D-99C1-4F16-A8D6-660601E6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同一份遊戲，交給不同專家</a:t>
            </a:r>
          </a:p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檢查不同的「完成」。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B9B32-283D-49E3-A231-A326E86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37E06-BDD4-4496-A3B8-5DE51AC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85B24"/>
                </a:solidFill>
              </a:defRPr>
            </a:pPr>
            <a:r>
              <a:rPr sz="1275" b="1">
                <a:solidFill>
                  <a:srgbClr val="E85B24"/>
                </a:solidFill>
              </a:rPr>
              <a:t>GAME 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4ABE7-42E4-4041-9EC1-17E7940B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玩家 10 秒內知道怎麼玩嗎？</a:t>
            </a:r>
          </a:p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MVP 是否太大？Demo 是否安全？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95FDD-E35D-4D0E-8F40-F8B72C2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不是挑錯，是讓下一版更可靠。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DEBDB-27C8-422C-93CC-406D63C5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11529-D5E6-4FFE-B479-7546F60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A4"/>
                </a:solidFill>
              </a:defRPr>
            </a:pPr>
            <a:r>
              <a:rPr sz="1275" b="1">
                <a:solidFill>
                  <a:srgbClr val="087EA4"/>
                </a:solidFill>
              </a:rPr>
              <a:t>UI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7E301-9127-4C24-B605-170EF32C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玩家知道下一步嗎？</a:t>
            </a:r>
          </a:p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HP、技能、主操作誰是焦點？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C48A-126F-4697-9A58-13CB6EF0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不是挑錯，是讓下一版更可靠。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5D76F-C9A6-4A2D-B6ED-10C9D30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A269-6969-4E19-BE06-C006981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32"/>
                </a:solidFill>
              </a:defRPr>
            </a:pPr>
            <a:r>
              <a:rPr sz="1275" b="1">
                <a:solidFill>
                  <a:srgbClr val="2E7D32"/>
                </a:solidFill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7B52B-D818-4D3C-8A15-7E59A93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網路斷線怎麼辦？</a:t>
            </a:r>
          </a:p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AI timeout、空資料、重啟是否可恢復？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479C6-F48D-40AE-8D34-AAA689A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不是挑錯，是讓下一版更可靠。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2F12-3E4B-4F89-867E-F6FAE2C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AI 產生速度越快，越需要清楚的驗收視角。</a:t>
            </a:r>
          </a:p>
        </p:txBody>
      </p:sp>
    </p:spTree>
    <p:extLst>
      <p:ext uri="{BB962C8B-B14F-4D97-AF65-F5344CB8AC3E}">
        <p14:creationId xmlns:p14="http://schemas.microsoft.com/office/powerpoint/2010/main" val="218243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3CF7BC-8969-4F8C-BDBA-F15CFFF9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D8EB-8614-48CE-A41C-126ECF3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8C4F-9F45-4D34-94EA-D664772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12 / 用製作人的角度看缺點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41A4-6741-4F82-9D0A-3A3E99B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C06D-52E1-4535-B44B-F1D5CCC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Workshop 通過，不等於產品完成。</a:t>
            </a:r>
          </a:p>
          <a:p xmlns:a="http://schemas.openxmlformats.org/drawingml/2006/main">
            <a:pPr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Demo 可以成立，遊戲還要被驗證。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AF7C-0F6E-4D8B-B1BF-9B74C61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C5895-4B8A-4DD3-919C-8CFD0C4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55CDA-3D05-4250-941A-9B14828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核心技術與 Demo 路徑可展示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9028D-7574-4E93-8305-2119D22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DBDC7-74E8-4D7D-936B-F14949D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85890-0618-48AD-A967-3A2AD6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戰鬥節奏、UI 優先級、再玩意願仍要驗證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4BFC-8FD3-486E-B2E7-FE3063B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8966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A766F-CC0C-4407-BBBC-1EF6DD6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下一輪不是繼續堆功能，而是重做第一場戰鬥垂直切片。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86C90-48CB-4D48-9EE5-66833E14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45 秒內出現第一次有效決策 · 單場 60–120 秒 · 6–10 個玩家回合</a:t>
            </a:r>
          </a:p>
        </p:txBody>
      </p:sp>
    </p:spTree>
    <p:extLst>
      <p:ext uri="{BB962C8B-B14F-4D97-AF65-F5344CB8AC3E}">
        <p14:creationId xmlns:p14="http://schemas.microsoft.com/office/powerpoint/2010/main" val="254396433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100000">
              <a:srgbClr val="EE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ED185-D46F-40A9-9995-18EEF07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SNAP FIGHTER / FINAL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A433-3715-4C50-84E6-C8EE0631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90 秒展示一條完整的因果鏈。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23A27-0E12-4822-9B37-29A1BE48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輸入 → AI → 遊戲 → 結果；讓觀眾看見每一步為什麼存在。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ACD19-3667-49C4-8324-2C7C5B9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4B9E-E925-4E8E-87F9-071E298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5B24"/>
                </a:solidFill>
              </a:defRPr>
            </a:pPr>
            <a:r>
              <a:rPr sz="1950" b="1">
                <a:solidFill>
                  <a:srgbClr val="E85B2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7550-6256-48E0-8503-EB645F6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拍攝物品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6AC9-76BE-4C95-B8C2-55C43E7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Idea /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6ADB2-FA7C-42BB-8692-E9DE94C0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D957-13E3-43B7-8F24-E8B6FC8B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01F2C-0701-4217-A506-C99BD42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A4"/>
                </a:solidFill>
              </a:defRPr>
            </a:pPr>
            <a:r>
              <a:rPr sz="1950" b="1">
                <a:solidFill>
                  <a:srgbClr val="087EA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E529B-E853-4665-A27A-7A7AC88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AI 生成怪獸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ABFDA-5CB2-4413-A03D-B935DB2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Context /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73E7-0474-4C30-B8D2-91A49A4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15DE0-790C-4724-9078-FA85F26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D46BA-1578-4D91-91E7-4F3E1B7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946C1"/>
                </a:solidFill>
              </a:defRPr>
            </a:pPr>
            <a:r>
              <a:rPr sz="1950" b="1">
                <a:solidFill>
                  <a:srgbClr val="6946C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C5F9E-DC6C-44DE-8375-8842356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生成卡牌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0D5CF-0303-4E6E-ACB1-7F93D64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Data /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B92A-2DB2-4721-85FA-AF4CCF9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B88E4-9B72-4756-B863-39236502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AAF04-73D5-4FED-9EBD-FDA6D3AC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FC467-D2AF-4590-AC21-C369EA32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開始戰鬥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E2A9D-BFC4-4C6A-B086-FEC7B3A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Action /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AFE24-6D0E-4938-A028-872B2A6E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BB2AA-27D8-4F96-89EE-A00F9EB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4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2B5E9-0511-4A80-9FB9-96DF671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64214"/>
                </a:solidFill>
              </a:defRPr>
            </a:pPr>
            <a:r>
              <a:rPr sz="1950" b="1">
                <a:solidFill>
                  <a:srgbClr val="B6421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1A677-0597-46D4-83C2-96C3A5A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完成結果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2B59A-ABED-477A-81F0-2086C0A4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Review / Next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e13597a204ce4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35be8b1124782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07F7A-B9F2-4498-9A8F-D74F57E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Fast path：快速開戰 → 先成功 → 再回頭看 AI。</a:t>
            </a:r>
          </a:p>
        </p:txBody>
      </p:sp>
    </p:spTree>
    <p:extLst>
      <p:ext uri="{BB962C8B-B14F-4D97-AF65-F5344CB8AC3E}">
        <p14:creationId xmlns:p14="http://schemas.microsoft.com/office/powerpoint/2010/main" val="2070111473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1E9"/>
            </a:gs>
            <a:gs pos="68000">
              <a:srgbClr val="F7F6F2"/>
            </a:gs>
            <a:gs pos="100000">
              <a:srgbClr val="EAF8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0796d10a54298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1280F-BA6E-4F8B-BD6B-9543172C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6F2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A5298-B8A4-477B-A040-A67C872D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64214"/>
                </a:solidFill>
              </a:defRPr>
            </a:pPr>
            <a:r>
              <a:rPr sz="1200" b="1">
                <a:solidFill>
                  <a:srgbClr val="B64214"/>
                </a:solidFill>
              </a:rPr>
              <a:t>AI 時代工程師的新能力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F0F19-F805-46A2-90EF-68D9C26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不是寫更多 code。</a:t>
            </a:r>
          </a:p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是建立更好的系統，</a:t>
            </a:r>
          </a:p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讓 AI 幫你完成。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78F35-D1B9-4C23-8BBC-55CB570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E26F-9C4F-4F64-AC18-419B81EC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5F21F-1871-4F1E-A9BD-FEC07BD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先定義問題，再寫程式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C4017-3ECF-4F41-850B-5588A6E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6177B-64B2-4402-BACF-7F277AC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3BA6-1BF6-48E0-8C2E-69ABB446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Context 比 Prompt 更重要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2AB4F-4E15-439A-AA80-07ED9B3F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CDDD0-D6AB-4271-8833-D0C2635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FCD3-A91A-4CD9-8722-0577F0F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AI 是協作者，不是自動販賣機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FB50B-A385-4279-B39D-55604DCD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6174"/>
                </a:solidFill>
              </a:defRPr>
            </a:pPr>
            <a:r>
              <a:rPr sz="1500" b="1">
                <a:solidFill>
                  <a:srgbClr val="566174"/>
                </a:solidFill>
              </a:rPr>
              <a:t>Snap Fighter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B8196-84C1-453A-89B1-2605622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Q&amp;A / 你想把什麼拍成怪獸？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70686-3F1F-4264-958B-19D8C5E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81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Xcode · GitHub Copilot · SwiftUI</a:t>
            </a:r>
          </a:p>
        </p:txBody>
      </p:sp>
    </p:spTree>
    <p:extLst>
      <p:ext uri="{BB962C8B-B14F-4D97-AF65-F5344CB8AC3E}">
        <p14:creationId xmlns:p14="http://schemas.microsoft.com/office/powerpoint/2010/main" val="406876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2026-07-16T01:33:05.9330000Z</dcterms:created>
  <dcterms:modified xsi:type="dcterms:W3CDTF">2026-07-16T01:33:05.9330000Z</dcterms:modified>
</coreProperties>
</file>