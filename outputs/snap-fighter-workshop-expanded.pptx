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edcf4170448fc" /><Relationship Type="http://schemas.openxmlformats.org/officeDocument/2006/relationships/extended-properties" Target="/docProps/app.xml" Id="R064f426d754f42c7" /><Relationship Type="http://schemas.openxmlformats.org/officeDocument/2006/relationships/officeDocument" Target="/ppt/presentation.xml" Id="Rf36ccf751012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6091b2c2a4c6a"/>
  </p:sldMasterIdLst>
  <p:notesMasterIdLst>
    <p:notesMasterId xmlns:r="http://schemas.openxmlformats.org/officeDocument/2006/relationships" r:id="Re4805df99d0a47d8"/>
  </p:notesMasterIdLst>
  <p:sldIdLst>
    <p:sldId xmlns:r="http://schemas.openxmlformats.org/officeDocument/2006/relationships" id="256" r:id="R2126e59c16cd41fc"/>
    <p:sldId xmlns:r="http://schemas.openxmlformats.org/officeDocument/2006/relationships" id="257" r:id="R58701ed0fde445f8"/>
    <p:sldId xmlns:r="http://schemas.openxmlformats.org/officeDocument/2006/relationships" id="258" r:id="R5bedef71c1ac461f"/>
    <p:sldId xmlns:r="http://schemas.openxmlformats.org/officeDocument/2006/relationships" id="259" r:id="R3c6c0214f2d14e47"/>
    <p:sldId xmlns:r="http://schemas.openxmlformats.org/officeDocument/2006/relationships" id="260" r:id="Rdbede7c1a0cb4bb9"/>
    <p:sldId xmlns:r="http://schemas.openxmlformats.org/officeDocument/2006/relationships" id="261" r:id="R5f9748499c4c4195"/>
    <p:sldId xmlns:r="http://schemas.openxmlformats.org/officeDocument/2006/relationships" id="262" r:id="R0b9703fd1a164a5b"/>
    <p:sldId xmlns:r="http://schemas.openxmlformats.org/officeDocument/2006/relationships" id="263" r:id="R66832e66c52f43b7"/>
    <p:sldId xmlns:r="http://schemas.openxmlformats.org/officeDocument/2006/relationships" id="264" r:id="R2a757bc267be4c8e"/>
    <p:sldId xmlns:r="http://schemas.openxmlformats.org/officeDocument/2006/relationships" id="265" r:id="Rb4fcf0b5a17b487a"/>
    <p:sldId xmlns:r="http://schemas.openxmlformats.org/officeDocument/2006/relationships" id="266" r:id="R2940e3d6e9314516"/>
    <p:sldId xmlns:r="http://schemas.openxmlformats.org/officeDocument/2006/relationships" id="267" r:id="Rf865113b50a5434c"/>
    <p:sldId xmlns:r="http://schemas.openxmlformats.org/officeDocument/2006/relationships" id="268" r:id="Rbbca72ebe8964f07"/>
    <p:sldId xmlns:r="http://schemas.openxmlformats.org/officeDocument/2006/relationships" id="269" r:id="R2881d4e51a8b4a28"/>
    <p:sldId xmlns:r="http://schemas.openxmlformats.org/officeDocument/2006/relationships" id="270" r:id="R2aa7d06ce12d4a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2504735fee412f" /><Relationship Type="http://schemas.openxmlformats.org/officeDocument/2006/relationships/slideMaster" Target="/ppt/slideMasters/slideMaster1.xml" Id="Rb0a6091b2c2a4c6a" /><Relationship Type="http://schemas.openxmlformats.org/officeDocument/2006/relationships/notesMaster" Target="/ppt/notesMasters/notesMaster1.xml" Id="Re4805df99d0a47d8" /><Relationship Type="http://schemas.openxmlformats.org/officeDocument/2006/relationships/presProps" Target="/ppt/presProps.xml" Id="R09a5d674d8824157" /><Relationship Type="http://schemas.openxmlformats.org/officeDocument/2006/relationships/tableStyles" Target="/ppt/tableStyles.xml" Id="R38b7118ed7514a56" /><Relationship Type="http://schemas.openxmlformats.org/officeDocument/2006/relationships/slide" Target="/ppt/slides/slide1.xml" Id="R2126e59c16cd41fc" /><Relationship Type="http://schemas.openxmlformats.org/officeDocument/2006/relationships/slide" Target="/ppt/slides/slide2.xml" Id="R58701ed0fde445f8" /><Relationship Type="http://schemas.openxmlformats.org/officeDocument/2006/relationships/slide" Target="/ppt/slides/slide3.xml" Id="R5bedef71c1ac461f" /><Relationship Type="http://schemas.openxmlformats.org/officeDocument/2006/relationships/slide" Target="/ppt/slides/slide4.xml" Id="R3c6c0214f2d14e47" /><Relationship Type="http://schemas.openxmlformats.org/officeDocument/2006/relationships/slide" Target="/ppt/slides/slide5.xml" Id="Rdbede7c1a0cb4bb9" /><Relationship Type="http://schemas.openxmlformats.org/officeDocument/2006/relationships/slide" Target="/ppt/slides/slide6.xml" Id="R5f9748499c4c4195" /><Relationship Type="http://schemas.openxmlformats.org/officeDocument/2006/relationships/slide" Target="/ppt/slides/slide7.xml" Id="R0b9703fd1a164a5b" /><Relationship Type="http://schemas.openxmlformats.org/officeDocument/2006/relationships/slide" Target="/ppt/slides/slide8.xml" Id="R66832e66c52f43b7" /><Relationship Type="http://schemas.openxmlformats.org/officeDocument/2006/relationships/slide" Target="/ppt/slides/slide9.xml" Id="R2a757bc267be4c8e" /><Relationship Type="http://schemas.openxmlformats.org/officeDocument/2006/relationships/slide" Target="/ppt/slides/slide10.xml" Id="Rb4fcf0b5a17b487a" /><Relationship Type="http://schemas.openxmlformats.org/officeDocument/2006/relationships/slide" Target="/ppt/slides/slide11.xml" Id="R2940e3d6e9314516" /><Relationship Type="http://schemas.openxmlformats.org/officeDocument/2006/relationships/slide" Target="/ppt/slides/slide12.xml" Id="Rf865113b50a5434c" /><Relationship Type="http://schemas.openxmlformats.org/officeDocument/2006/relationships/slide" Target="/ppt/slides/slide13.xml" Id="Rbbca72ebe8964f07" /><Relationship Type="http://schemas.openxmlformats.org/officeDocument/2006/relationships/slide" Target="/ppt/slides/slide14.xml" Id="R2881d4e51a8b4a28" /><Relationship Type="http://schemas.openxmlformats.org/officeDocument/2006/relationships/slide" Target="/ppt/slides/slide15.xml" Id="R2aa7d06ce12d4a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13323d1a4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8033c62e04453" /><Relationship Type="http://schemas.openxmlformats.org/officeDocument/2006/relationships/notesMaster" Target="/ppt/notesMasters/notesMaster1.xml" Id="Rd28410a101dc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14518b7c34e8a" /><Relationship Type="http://schemas.openxmlformats.org/officeDocument/2006/relationships/notesMaster" Target="/ppt/notesMasters/notesMaster1.xml" Id="Rca94458f863b46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3e43953c34316" /><Relationship Type="http://schemas.openxmlformats.org/officeDocument/2006/relationships/notesMaster" Target="/ppt/notesMasters/notesMaster1.xml" Id="Rb7c6904369aa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9e1c26837d46e9" /><Relationship Type="http://schemas.openxmlformats.org/officeDocument/2006/relationships/notesMaster" Target="/ppt/notesMasters/notesMaster1.xml" Id="R5ed6191b8884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8f31e84a054725" /><Relationship Type="http://schemas.openxmlformats.org/officeDocument/2006/relationships/notesMaster" Target="/ppt/notesMasters/notesMaster1.xml" Id="R9527187bc0bb40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fdd1c87fba4a2b" /><Relationship Type="http://schemas.openxmlformats.org/officeDocument/2006/relationships/notesMaster" Target="/ppt/notesMasters/notesMaster1.xml" Id="Re970bd4ff088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780a2edd643c7" /><Relationship Type="http://schemas.openxmlformats.org/officeDocument/2006/relationships/notesMaster" Target="/ppt/notesMasters/notesMaster1.xml" Id="Re0b4845000fb4e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99dbe3c2334b4b" /><Relationship Type="http://schemas.openxmlformats.org/officeDocument/2006/relationships/notesMaster" Target="/ppt/notesMasters/notesMaster1.xml" Id="R76159825c4fd4b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3bf66a94274889" /><Relationship Type="http://schemas.openxmlformats.org/officeDocument/2006/relationships/notesMaster" Target="/ppt/notesMasters/notesMaster1.xml" Id="Rdd322d042fa0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d9ee70344d43e1" /><Relationship Type="http://schemas.openxmlformats.org/officeDocument/2006/relationships/notesMaster" Target="/ppt/notesMasters/notesMaster1.xml" Id="R5cc5bb5772af46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95ff78b935422b" /><Relationship Type="http://schemas.openxmlformats.org/officeDocument/2006/relationships/notesMaster" Target="/ppt/notesMasters/notesMaster1.xml" Id="Ra8f82a0a8f8b46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2b6c161e2f4270" /><Relationship Type="http://schemas.openxmlformats.org/officeDocument/2006/relationships/notesMaster" Target="/ppt/notesMasters/notesMaster1.xml" Id="Rd59a736def244b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d11f5019db4669" /><Relationship Type="http://schemas.openxmlformats.org/officeDocument/2006/relationships/notesMaster" Target="/ppt/notesMasters/notesMaster1.xml" Id="Re432510ea48c48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745c70d9224289" /><Relationship Type="http://schemas.openxmlformats.org/officeDocument/2006/relationships/notesMaster" Target="/ppt/notesMasters/notesMaster1.xml" Id="Rf1cea358194f47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8fee00d7fc4ed5" /><Relationship Type="http://schemas.openxmlformats.org/officeDocument/2006/relationships/notesMaster" Target="/ppt/notesMasters/notesMaster1.xml" Id="Rc9d78a73338a44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bbbd7e466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1cfcd191a4a01" /><Relationship Type="http://schemas.openxmlformats.org/officeDocument/2006/relationships/slideLayout" Target="/ppt/slideLayouts/slideLayout1.xml" Id="R0e4f05952a79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f05952a7940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442ab2f4438b" /><Relationship Type="http://schemas.openxmlformats.org/officeDocument/2006/relationships/image" Target="/ppt/media/image.png" Id="Rd89dec28dee3466e" /><Relationship Type="http://schemas.openxmlformats.org/officeDocument/2006/relationships/image" Target="/ppt/media/image2.png" Id="R330d76712e614f44" /><Relationship Type="http://schemas.openxmlformats.org/officeDocument/2006/relationships/image" Target="/ppt/media/image3.png" Id="R26303a6761db40d2" /><Relationship Type="http://schemas.openxmlformats.org/officeDocument/2006/relationships/notesSlide" Target="/ppt/notesSlides/notesSlide1.xml" Id="R4a231c2c9d8541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7f2a120a84294" /><Relationship Type="http://schemas.openxmlformats.org/officeDocument/2006/relationships/notesSlide" Target="/ppt/notesSlides/notesSlide2.xml" Id="R4439ebb71da5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701b977104766" /><Relationship Type="http://schemas.openxmlformats.org/officeDocument/2006/relationships/notesSlide" Target="/ppt/notesSlides/notesSlide3.xml" Id="R03a8f72485a444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871e7cfb548ff" /><Relationship Type="http://schemas.openxmlformats.org/officeDocument/2006/relationships/notesSlide" Target="/ppt/notesSlides/notesSlide4.xml" Id="Rfbb59459e408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3a61b5fb04247" /><Relationship Type="http://schemas.openxmlformats.org/officeDocument/2006/relationships/notesSlide" Target="/ppt/notesSlides/notesSlide5.xml" Id="R4a95cf0e6a0f45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c0fc4a0af45f7" /><Relationship Type="http://schemas.openxmlformats.org/officeDocument/2006/relationships/notesSlide" Target="/ppt/notesSlides/notesSlide6.xml" Id="Rd84ea6887e6e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82804f7b34af0" /><Relationship Type="http://schemas.openxmlformats.org/officeDocument/2006/relationships/notesSlide" Target="/ppt/notesSlides/notesSlide7.xml" Id="R0a665c4797094e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2e4ef88624d01" /><Relationship Type="http://schemas.openxmlformats.org/officeDocument/2006/relationships/notesSlide" Target="/ppt/notesSlides/notesSlide8.xml" Id="R3d96b193aaea4e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c89bb4c6e4354" /><Relationship Type="http://schemas.openxmlformats.org/officeDocument/2006/relationships/notesSlide" Target="/ppt/notesSlides/notesSlide9.xml" Id="Rf9abc48a9d12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bb8698a0048f8" /><Relationship Type="http://schemas.openxmlformats.org/officeDocument/2006/relationships/notesSlide" Target="/ppt/notesSlides/notesSlide10.xml" Id="R745e0c6b63c848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5a90c3a84c88" /><Relationship Type="http://schemas.openxmlformats.org/officeDocument/2006/relationships/notesSlide" Target="/ppt/notesSlides/notesSlide11.xml" Id="Rb2be1bb4c38242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1f335dfe47d4" /><Relationship Type="http://schemas.openxmlformats.org/officeDocument/2006/relationships/notesSlide" Target="/ppt/notesSlides/notesSlide12.xml" Id="R9ad972cbf9e348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e5793db19405c" /><Relationship Type="http://schemas.openxmlformats.org/officeDocument/2006/relationships/notesSlide" Target="/ppt/notesSlides/notesSlide13.xml" Id="R19ad01b8652442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6d4cb40684ae4" /><Relationship Type="http://schemas.openxmlformats.org/officeDocument/2006/relationships/image" Target="/ppt/media/image4.png" Id="R7e38a6c03f1f45e7" /><Relationship Type="http://schemas.openxmlformats.org/officeDocument/2006/relationships/image" Target="/ppt/media/image5.png" Id="Reb88aa89dd724f53" /><Relationship Type="http://schemas.openxmlformats.org/officeDocument/2006/relationships/notesSlide" Target="/ppt/notesSlides/notesSlide14.xml" Id="R58f2e5f729ad4b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5d02b949a40c4" /><Relationship Type="http://schemas.openxmlformats.org/officeDocument/2006/relationships/image" Target="/ppt/media/image6.png" Id="R80c9b3286cec433e" /><Relationship Type="http://schemas.openxmlformats.org/officeDocument/2006/relationships/notesSlide" Target="/ppt/notesSlides/notesSlide15.xml" Id="Rae4d1c4ce27b46f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60000">
              <a:srgbClr val="1B1740"/>
            </a:gs>
            <a:gs pos="100000">
              <a:srgbClr val="24142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dec28dee3466e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05889-D2D5-4606-9A76-69BEE0F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020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9F989-E80F-4895-AB4E-F408BDE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7A"/>
                </a:solidFill>
              </a:defRPr>
            </a:pPr>
            <a:r>
              <a:rPr sz="1125" b="1">
                <a:solidFill>
                  <a:srgbClr val="FFB07A"/>
                </a:solidFill>
              </a:rPr>
              <a:t>APPLE DEVELOPER WORKSHOP / 7.26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8801A-4652-4A83-A910-30BA499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我不會 Swift，</a:t>
            </a:r>
          </a:p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但我做了一個</a:t>
            </a:r>
          </a:p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AI 怪獸對戰遊戲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F4483-917B-45F6-800A-4D129BC7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一場從想法、規劃到 AI 協作實作的開發實驗。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E57E0-C7D1-4AE2-B25C-2C9B6520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4D39A-6DD4-436B-A307-B3156704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74875-16C5-4728-A5C9-8268564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B2C6"/>
                </a:solidFill>
              </a:defRPr>
            </a:pPr>
            <a:r>
              <a:rPr sz="1800" b="1">
                <a:solidFill>
                  <a:srgbClr val="A9B2C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84552-7C6F-426B-B78F-D6A23787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9692E-E35A-4602-AFC3-F1666CF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3B36F-F525-4842-B394-6AEA675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B2C6"/>
                </a:solidFill>
              </a:defRPr>
            </a:pPr>
            <a:r>
              <a:rPr sz="1800" b="1">
                <a:solidFill>
                  <a:srgbClr val="A9B2C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2B7FD-92D0-4733-B865-770DAC1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2B71D-65A3-4980-88BB-CF7EBFC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9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26E62-4BE4-4147-A6B3-23B8541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2C6"/>
                </a:solidFill>
              </a:defRPr>
            </a:pPr>
            <a:r>
              <a:rPr sz="1350" b="1">
                <a:solidFill>
                  <a:srgbClr val="A9B2C6"/>
                </a:solidFill>
              </a:rPr>
              <a:t>Snap 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D1670-04AA-4A87-B270-0BECEC68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不會 Swift，不代表不能做產品。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d76712e614f44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7813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03a6761db40d2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24765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0CF70-22B2-4500-94D8-EB32F182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0E8"/>
                </a:solidFill>
              </a:defRPr>
            </a:pPr>
            <a:r>
              <a:rPr sz="1425" b="1">
                <a:solidFill>
                  <a:srgbClr val="F4F0E8"/>
                </a:solidFill>
              </a:rPr>
              <a:t>拍照 → 生成 → 對戰</a:t>
            </a:r>
          </a:p>
        </p:txBody>
      </p:sp>
    </p:spTree>
    <p:extLst>
      <p:ext uri="{BB962C8B-B14F-4D97-AF65-F5344CB8AC3E}">
        <p14:creationId xmlns:p14="http://schemas.microsoft.com/office/powerpoint/2010/main" val="862142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201DF-AA6F-419A-ACDD-E6904D6E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946D9-6591-4340-A4E2-CFFD4B6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8D320-98CA-43F2-A859-6561EA9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01 / 開發方式正在改變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B7229-9EB0-4AC9-BB91-F146D77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D05CE-7418-4259-A91B-C6E129F3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以前需要一個團隊，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現在先需要一個可協作的系統。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3E54-7C60-4351-B4A1-1B9C18C0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AI 改變的不是只有寫 code 的速度，而是誰能參與開發。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D98AE-723A-4E55-9E51-65705527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6E5E3-A3B8-4772-8F1E-670F3FF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97FA9-4A85-4BC3-934E-C275F8A4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傳統流程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57B5E-AF46-4105-90DC-E5EA7BD6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企劃 → 設計 → 程式 → 測試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每個角色依序交接，想法驗證成本高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44A94-B258-400F-8BAC-45955F10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6C298-B79A-488C-93F4-C0F20E1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8B028-7CE7-4610-AE90-A457591A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協作流程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22CAE-C257-4BB0-BE80-1D72966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想法 → Context → Agent → 實作 → 審查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一個人也能同時召集多種專業視角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D4746-898D-460D-B34A-F40ED5B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不是讓 AI 取代團隊，而是讓一個人能先跑出第一個版本。</a:t>
            </a:r>
          </a:p>
        </p:txBody>
      </p:sp>
    </p:spTree>
    <p:extLst>
      <p:ext uri="{BB962C8B-B14F-4D97-AF65-F5344CB8AC3E}">
        <p14:creationId xmlns:p14="http://schemas.microsoft.com/office/powerpoint/2010/main" val="928034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8E562-6212-41CC-99FA-5EE4990A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E5AF5-61FF-4CE2-B506-860E9BF4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7C954-EB21-499A-98BD-C5B50A5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02 / 開始之前，不是先寫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8D42F-2EA1-44A7-8BF6-62DA4C8A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BD0AD-B9AD-4E05-A821-CFAC39C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我先建立一個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讓 AI 能工作的開發環境。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B6E58-D134-4B1B-9B63-B530589D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Context 的目的：讓每一次協作都不必重新解釋整個專案。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8718-677B-49B8-BAEB-F111C1DC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9530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016AD-37E8-4174-B281-548869A6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Snap Fighter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A98-33AD-4ADF-85FA-19B7CB00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├── .development_document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│   ├── context / decisions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│   ├── plan / tasks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│   └── changelog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├── .memory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├── .agents / skills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└── Source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3B44-1149-47E1-9DF2-96843012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BB342-C5E3-48C1-9C8B-9754791E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E09C3-FBDD-48A2-9B86-7FE8509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8F81-0982-4E8A-877A-1062E02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這個版本要驗證什麼？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E40FB-5D80-4A1D-B28A-4003E0C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2336F-E8AA-4C71-9186-0D399098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C719F-9A06-4548-BFEB-D89E765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2DA2E-9B08-466D-B5F4-3837E05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平台、時間、技術邊界？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F7AFF-4247-4579-9C5E-489E8E75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64A25-9A32-4909-A40D-6417077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D0BC4-0943-4C3E-BA80-6518FA6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規則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5B108-397F-42D9-9B81-8811AED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什麼叫完成？如何驗證？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9C252-5025-4B7B-B8EF-04E4467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Prompt 是一次性的指令；Context 是持續的工作記憶。</a:t>
            </a:r>
          </a:p>
        </p:txBody>
      </p:sp>
    </p:spTree>
    <p:extLst>
      <p:ext uri="{BB962C8B-B14F-4D97-AF65-F5344CB8AC3E}">
        <p14:creationId xmlns:p14="http://schemas.microsoft.com/office/powerpoint/2010/main" val="2038060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FA90E4-E8B0-43D2-A5B5-8C714D46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28CCD-6A8F-4D4F-A8A9-DCA7953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DB360-732A-4063-9E38-EC5F8DA9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03 / 不讓 AI 只有一個人格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C4237-37B7-40E5-A0F6-67E3B5F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5A1BB-D7B3-41D3-899C-03EC671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把專業拆成角色，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讓不同 Agent 檢查不同問題。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E9F73-F9C6-4BF5-BA1F-8D7E7AF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每個角色都有自己的判斷標準，不是換一個稱呼而已。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3442F-5DEC-4598-BF6D-ECC01DE9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16BE5-5AFF-42D2-9342-CD6C9A8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GAME PRODUCER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4F233-38A3-406A-B28F-3EA051D2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MVP 範圍、玩家循環、Demo 是否安全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E357A-5AF3-43FB-9C51-E2E5C9D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A1D4D-CB1B-4AF7-9692-306B53E6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7CFF"/>
                </a:solidFill>
              </a:defRPr>
            </a:pPr>
            <a:r>
              <a:rPr sz="1200" b="1">
                <a:solidFill>
                  <a:srgbClr val="9A7CFF"/>
                </a:solidFill>
              </a:rPr>
              <a:t>GAME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80E46-C784-4532-B8E2-79DCA55D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規則、平衡、每回合是否有決策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0FB59-0032-48EE-9A72-AD569BE8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3BB6-5FF1-4ED3-9894-0CFE5AD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D9FF"/>
                </a:solidFill>
              </a:defRPr>
            </a:pPr>
            <a:r>
              <a:rPr sz="1200" b="1">
                <a:solidFill>
                  <a:srgbClr val="52D9FF"/>
                </a:solidFill>
              </a:rPr>
              <a:t>UI DESIGNER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F1B27-D2FC-48B5-9BAA-2AE3048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資訊層級、按鈕位置、視覺回饋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FC06A-16B2-4194-BD69-64C0859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BE2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2C005-9DB4-4843-9892-A6D0EBC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BE28F"/>
                </a:solidFill>
              </a:defRPr>
            </a:pPr>
            <a:r>
              <a:rPr sz="1200" b="1">
                <a:solidFill>
                  <a:srgbClr val="9BE28F"/>
                </a:solidFill>
              </a:rPr>
              <a:t>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BE151-3C65-4DD9-9986-AF7E88E0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Edge case、失敗路徑、回歸測試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F0672-E7EB-4D52-9228-DADF6028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AI 協作的關鍵，不是叫得更大聲，而是讓問題被不同角度看見。</a:t>
            </a:r>
          </a:p>
        </p:txBody>
      </p:sp>
    </p:spTree>
    <p:extLst>
      <p:ext uri="{BB962C8B-B14F-4D97-AF65-F5344CB8AC3E}">
        <p14:creationId xmlns:p14="http://schemas.microsoft.com/office/powerpoint/2010/main" val="1332712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95A2A-6BAB-4724-87F9-6ABACD8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379E7-0FE8-4BD0-9C60-F419CD2E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59F9F-5317-4050-B92C-F036F999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04 / 先討論，再開發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C51B1-7041-47BD-B581-F1FCAE6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EF28B-174E-456C-BA1E-B5C8897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我不是直接命令 AI 寫遊戲。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我先跟它一起把想法問清楚。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03E9C-EF20-4C13-B407-E2B7FEF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8223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7546A-1830-4BCE-A166-14284273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0017E-F382-49E4-9BAE-5FA85F7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人的想法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3E3B7-0251-41BC-890B-4A952216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我想做一個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拍照變怪獸的遊戲。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D805C-132A-4690-BA83-7134CA84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36279-3E73-4AB5-B5A0-E755B486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62A3F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3D3F3-0949-4846-80ED-4A82665D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76F0C-FB43-4A8B-84C9-71EAB40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共同設計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4D996-BD35-4986-9902-500D315E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玩家為什麼要拍？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什麼算 MVP？30 分鐘能完成哪一段？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5732A-0C0A-498F-A72B-FD55507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對話會把模糊的願望，轉成可驗證的產品問題。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63DC1-1C38-423B-99C1-CC4E85F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平台 / 玩家循環 / 技術限制 / Demo 路徑</a:t>
            </a:r>
          </a:p>
        </p:txBody>
      </p:sp>
    </p:spTree>
    <p:extLst>
      <p:ext uri="{BB962C8B-B14F-4D97-AF65-F5344CB8AC3E}">
        <p14:creationId xmlns:p14="http://schemas.microsoft.com/office/powerpoint/2010/main" val="638239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6A2E55-2E20-497E-AC5B-726B15F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5A146-7A18-4ECD-A38B-B94BF6CC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93B3-22A5-4765-8881-79FA3958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05 / Chat 不是成果，文件才是成果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EA804-AE63-42C1-80BC-08073E0E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9DE82-10A0-4263-BB57-FE68554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對話結束後，我把共識轉成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下一個 Agent 可以執行的規劃書。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92C2-9AAD-4575-BADA-242F8594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EF874-C1F1-48E6-BB35-5204C6A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AACD0-0F0B-47DB-94A5-E588FDB8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想法、問題、取捨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F2DD7-0429-4603-A048-56D14EF7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3480-9719-435E-B78C-77209E73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CE802-EB76-454F-AF33-E25EA7B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D9FF"/>
                </a:solidFill>
              </a:defRPr>
            </a:pPr>
            <a:r>
              <a:rPr sz="1125" b="1">
                <a:solidFill>
                  <a:srgbClr val="52D9FF"/>
                </a:solidFill>
              </a:rPr>
              <a:t>GAME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D851D-ADF2-4AC8-B650-2ECA7AE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Core Loop、玩家體驗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14B5F-42BC-4556-B517-5061A949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11729-CD53-4673-B00C-E4B8055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D1E8-33C4-49F0-899E-EBB5DE4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7CFF"/>
                </a:solidFill>
              </a:defRPr>
            </a:pPr>
            <a:r>
              <a:rPr sz="1125" b="1">
                <a:solidFill>
                  <a:srgbClr val="9A7CFF"/>
                </a:solidFill>
              </a:rPr>
              <a:t>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7E10D-E0CF-40D8-9C7D-5CF4F7C8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任務、資料、驗收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E070C-A346-4EB4-9EE0-CF3AE89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25B42-6280-41FA-BF11-2D4DEAA0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0E8"/>
                </a:solidFill>
              </a:defRPr>
            </a:pPr>
            <a:r>
              <a:rPr sz="1425" b="1">
                <a:solidFill>
                  <a:srgbClr val="F4F0E8"/>
                </a:solidFill>
              </a:rPr>
              <a:t>Core Loop: 1. Capture Photo  2. Generate Monster  3. Battle  4. Result</a:t>
            </a:r>
          </a:p>
        </p:txBody>
      </p:sp>
    </p:spTree>
    <p:extLst>
      <p:ext uri="{BB962C8B-B14F-4D97-AF65-F5344CB8AC3E}">
        <p14:creationId xmlns:p14="http://schemas.microsoft.com/office/powerpoint/2010/main" val="1587456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E1011-34D4-4EB9-B033-4BD717CB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45D0C-74BF-4F00-A2AE-FE12AC4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8041F-659C-4CBB-AAE6-8A5CE2FB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06 / 10 分鐘前置規劃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A4A01-90EE-4652-8810-403266BC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24847-0756-418F-8D60-5E4C3855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10 分鐘只做三個決定：</a:t>
            </a:r>
          </a:p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做什麼、先不做什麼、怎麼算完成。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33A27-3A84-447B-8CD8-EDB1CDB4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把想法變成 AI 能執行的邊界。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0E8EB-D9B2-481B-A5E0-954439E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0C707-EC42-424C-9EF3-60237EA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3A416-E333-46B8-A82C-924EF3DE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5DFB8-3A18-483F-AEAC-ECB5E93E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拍照或選照片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AI 回傳一張怪獸卡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兩隻怪獸進入戰鬥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49589-62B6-4626-8EFC-F1846638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3C21D-3EF9-40A8-BA66-16D1761B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41FF8-3BE1-4C93-9D5F-61FE995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3D7CA-F0AB-4E76-820A-DDA175B2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卡牌收藏與升級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替補位與交換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勝利後經驗值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58676-1E46-4900-9096-8EE2068D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AA727-2049-455C-A13D-DF4B213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95259-1CC8-4AE2-B4C1-3E3A6FF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NOT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5F262-52BF-47CF-90DE-692E4F9C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多人連線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商店與抽卡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複雜的屬性相剋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6BFA0-8951-47FB-B748-4BC59C0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MVP 的關鍵不是少寫 code，而是少承諾。</a:t>
            </a:r>
          </a:p>
        </p:txBody>
      </p:sp>
    </p:spTree>
    <p:extLst>
      <p:ext uri="{BB962C8B-B14F-4D97-AF65-F5344CB8AC3E}">
        <p14:creationId xmlns:p14="http://schemas.microsoft.com/office/powerpoint/2010/main" val="610899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88C86-D098-4A67-A2AB-503677D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7FAC3-4FA0-43A2-8971-AC2016D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259F8-403B-4DFD-936D-7EBAEA9B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07 / 把 MVP 畫成一條路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4DD68-49E5-458D-BA29-1FF57841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C2F2-041A-4130-BA95-4B4F3A4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我們先畫出 4 個畫面，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再讓 AI 寫 SwiftUI。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B4A02-B591-4286-AB71-25F8E07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每一個畫面都只回答一個問題。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8FA4D-036F-45A8-AB9B-15042F20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2D614-D146-44D1-A78C-F2950B8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41AF-92B0-4F7B-B833-6585C18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A6273-B1A4-4113-A42C-1F72252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拍照抓怪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5F1C0-B605-4068-80BC-5825D9B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我想把什麼變成怪獸？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1AAD1-10F1-4A9A-8C14-AA71460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E3417-90BD-44F1-9FD6-56967C7F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810B4-F285-4684-B1BB-C53AB1A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C46DB-DA88-4E66-83DD-0BF884F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怪獸卡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CB961-5AD2-4647-8DE8-141EC41B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AI 幫我生成了什麼？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15185-78DF-44B1-9BD6-522A4EE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540E2-3C43-4E36-B502-808CC27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8B1EC-2ABD-4004-AEBE-53F7EE0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E602B-D2AD-42C0-A0F5-45300B87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對戰場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A367D-5046-48F2-B608-589A02C2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這一回合我要做什麼？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F63A2-B6F4-4CE4-BF70-E7B5794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67118-9204-463B-8794-A430F2C1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E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B61BA-C01F-4F7D-944C-08F7090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14AB0-1FD7-459D-B512-06D37761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戰鬥結果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AFEF1-F7BD-473E-99A7-606F2EF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我贏了什麼？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513D8-498B-4822-A9D9-D44E52AB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223B"/>
          </a:solidFill>
          <a:ln xmlns:a="http://schemas.openxmlformats.org/drawingml/2006/main" w="9525">
            <a:solidFill>
              <a:srgbClr val="52D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BA523-66FC-4C22-8D6F-2D2EEAB0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D9FF"/>
                </a:solidFill>
              </a:defRPr>
            </a:pPr>
            <a:r>
              <a:rPr sz="1500" b="1">
                <a:solidFill>
                  <a:srgbClr val="52D9FF"/>
                </a:solidFill>
              </a:rPr>
              <a:t>最小資料契約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2327B-D017-4EB4-8A41-E18B10C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Monster {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name, element,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hp, atk, def, skill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BattleState {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player, opponent, turn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4381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4B515-3384-49D3-81E0-AE725C27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6467A-5083-4F99-9741-5E5FA47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E47C9-CDD6-496A-8B03-4FB8DBA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08 / 30 分鐘實作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33F89-702F-400B-B61F-EAF36D3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3D005-148F-4222-B711-D1A9C44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30 分鐘不是把整個產品做完。</a:t>
            </a:r>
          </a:p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是把一個可玩的循環跑通。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26508-5D52-4A72-8473-90B8185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95409-C0F3-4E82-96EA-CEF4A2D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7E279-F13D-4FFC-955F-39FB3CB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先跑起來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A9CD6-6903-42D6-BCD8-199A2D0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Xcode 專案、畫面骨架、假資料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F5C79-525E-4F14-9529-59B6D9B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C3D0E-D3FF-4F45-BA79-A4886CB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6E4BD-CC77-414F-9B68-22A9B9B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D9FF"/>
                </a:solidFill>
              </a:defRPr>
            </a:pPr>
            <a:r>
              <a:rPr sz="2100" b="1">
                <a:solidFill>
                  <a:srgbClr val="52D9FF"/>
                </a:solidFill>
              </a:rPr>
              <a:t>10–20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05242-9FAE-4653-B0E7-48E44711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接上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06461-917B-4862-8FF9-3AC3A14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圖片上傳、JSON 解碼、卡牌生成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6929E-9C41-49B8-B95E-3F39257F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89B5B-4D5F-4A2F-90C2-DF3EABD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4691B-4107-42F9-ADAC-F96176C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7CFF"/>
                </a:solidFill>
              </a:defRPr>
            </a:pPr>
            <a:r>
              <a:rPr sz="2100" b="1">
                <a:solidFill>
                  <a:srgbClr val="9A7CFF"/>
                </a:solidFill>
              </a:rPr>
              <a:t>20–30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721A8-2465-4926-AB12-8763B22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完成對戰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DDE7C-DCCB-42F1-8F8B-C8E1F14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回合狀態、按鈕、勝負結果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CAE92-20C5-4CC9-AB78-43C0A79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完成標準：學員能拍照、看到一張卡、按下攻擊、看到結果。</a:t>
            </a:r>
          </a:p>
        </p:txBody>
      </p:sp>
    </p:spTree>
    <p:extLst>
      <p:ext uri="{BB962C8B-B14F-4D97-AF65-F5344CB8AC3E}">
        <p14:creationId xmlns:p14="http://schemas.microsoft.com/office/powerpoint/2010/main" val="919691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D8952-5F3F-4BFF-917D-3FD0CD1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573B2-F785-4972-979E-9D7BF578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5BF53-719B-4D9B-8045-1CDF815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09 / AI 協作的真實樣貌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34C16-6062-415E-B233-AD41F911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1BD4E-7804-4FEB-95E5-EEA48F5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AI 會寫得很快，</a:t>
            </a:r>
          </a:p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也會很快地寫錯。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49DD5-9FD2-4B9B-BCC1-65934CF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我們示範的不是完美 prompt，而是修正迴圈。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39CEE-CF77-4B2D-B260-081C7C55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407CA-EB7B-480C-A99A-263CA34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3FB6A-BC25-47EF-AC42-889E479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8223A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2F39A-6041-4F76-BC83-0C968358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請建立一個 SwiftUI BattleView。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玩家可以攻擊、使用技能或防禦，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每次操作都更新 BattleState。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A473E-D088-4E69-8C21-54BC10F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A7E1D-53F2-4191-931C-47C5E54A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B9553-9A14-4A1C-9405-293B913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BUG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1D3C9-D0E3-4246-9A49-D8A94E23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301E2B"/>
          </a:solidFill>
          <a:ln xmlns:a="http://schemas.openxmlformats.org/drawingml/2006/main" w="9525">
            <a:solidFill>
              <a:srgbClr val="FF70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127F6-FD30-46CA-B22F-29A6F59D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畫面能跑，但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對手的 HP 沒有更新。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F9DF4-C33E-427F-B5B7-46DC228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2A64A-3BDE-4997-83C7-7828E5E1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6D9FC-A4B6-497F-84F3-0E0B830E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D9FF"/>
                </a:solidFill>
              </a:defRPr>
            </a:pPr>
            <a:r>
              <a:rPr sz="1500" b="1">
                <a:solidFill>
                  <a:srgbClr val="52D9FF"/>
                </a:solidFill>
              </a:rPr>
              <a:t>先讀 state，再看 action；不要只看畫面。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FF9DB-4732-40F6-9AD2-F1C90EC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AI 不會主動告訴你的三件事：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狀態放錯地方、錯誤處理不完整、Demo 路徑沒有備案。</a:t>
            </a:r>
          </a:p>
        </p:txBody>
      </p:sp>
    </p:spTree>
    <p:extLst>
      <p:ext uri="{BB962C8B-B14F-4D97-AF65-F5344CB8AC3E}">
        <p14:creationId xmlns:p14="http://schemas.microsoft.com/office/powerpoint/2010/main" val="691940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7165A-AC54-4DD0-B98B-3F9FB54C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0CA3A-4E73-4490-BF55-BBB165F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CE6FD-B9EE-46E1-AD9E-73216F1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10 / 工具也在演進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84419-34D2-4C5F-8D18-9A92EC76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6BEB4-22DA-4DD1-B51A-2A3F523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從補完程式碼，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到協助維護整個系統。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3D417-456E-4683-AD4A-9F5FF9AE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以下是我在 Snap Fighter 開發過程中感受到的工作方式變化。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D49E6-7A1B-47DF-9548-4EEECDB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E40BC-12B2-449B-8FE9-F1857C7F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Codex 5.4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08161-3751-4D17-878F-482DB5E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Code generation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需要大量人工修正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28CCC-072E-470C-8569-7D01751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85381-B58D-4D6E-AD38-5BF42294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611D7-39CF-4C57-BDA4-4CFA6266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D9FF"/>
                </a:solidFill>
              </a:defRPr>
            </a:pPr>
            <a:r>
              <a:rPr sz="1725" b="1">
                <a:solidFill>
                  <a:srgbClr val="52D9FF"/>
                </a:solidFill>
              </a:rPr>
              <a:t>Codex 5.5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3F998-A7DC-4039-B439-F76AD38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Context understanding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開始能跟上專案脈絡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09FFB-B411-4420-AEA5-2A3DEA7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CAA16-58D9-4F87-8C92-44235E4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FF006-4E0E-46B6-82B3-86D36E4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7CFF"/>
                </a:solidFill>
              </a:defRPr>
            </a:pPr>
            <a:r>
              <a:rPr sz="1725" b="1">
                <a:solidFill>
                  <a:srgbClr val="9A7CFF"/>
                </a:solidFill>
              </a:rPr>
              <a:t>Codex 5.6 Sol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B25B7-9715-450C-B998-35AA5D1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Architecture collaboration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能參與長流程修改與取捨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96C6A-2ADF-4398-8F92-6D2BC44E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版本不是重點；重點是 AI 開始能理解：專案結構、開發意圖、修改影響。</a:t>
            </a:r>
          </a:p>
        </p:txBody>
      </p:sp>
    </p:spTree>
    <p:extLst>
      <p:ext uri="{BB962C8B-B14F-4D97-AF65-F5344CB8AC3E}">
        <p14:creationId xmlns:p14="http://schemas.microsoft.com/office/powerpoint/2010/main" val="818328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A70A6-AF78-4BBF-B63D-F772831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3B556-4D6F-4D74-A9DE-736ED5EF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7929F-CB05-4B1C-AB65-F608141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11 / 完成不是結束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1791C-C753-4B8E-827A-E3DFF9E3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7C0E-EF04-4F11-B64C-66D40A9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同一份遊戲，交給不同專家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檢查不同的「完成」。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32CC5-8930-4AA8-B116-625D324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BDDAE-AAAF-451E-936C-41FF74D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GAME 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49702-9F62-40FB-9688-3310F8F4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玩家 10 秒內知道怎麼玩嗎？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MVP 是否太大？Demo 是否安全？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6EC69-2EEC-49E5-8B5C-9C98F1ED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不是挑錯，是讓下一版更可靠。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31F6F-13AC-4355-83A2-4CA19F7E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F9C2E-922F-4454-8853-696A3D1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D9FF"/>
                </a:solidFill>
              </a:defRPr>
            </a:pPr>
            <a:r>
              <a:rPr sz="1275" b="1">
                <a:solidFill>
                  <a:srgbClr val="52D9FF"/>
                </a:solidFill>
              </a:rPr>
              <a:t>UI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82587-33D0-406C-9B13-43CAA17A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玩家知道下一步嗎？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HP、技能、主操作誰是焦點？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71788-81ED-47D8-B1CF-285057A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不是挑錯，是讓下一版更可靠。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5D370-92AB-4F70-8A77-41D79BC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BE2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C6A05-73F7-496A-87CF-02C0FB0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BE28F"/>
                </a:solidFill>
              </a:defRPr>
            </a:pPr>
            <a:r>
              <a:rPr sz="1275" b="1">
                <a:solidFill>
                  <a:srgbClr val="9BE28F"/>
                </a:solidFill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A003F-D966-44B0-9D27-3510A87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網路斷線怎麼辦？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 timeout、空資料、重啟是否可恢復？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24876-9F29-4DB4-85BF-34C8FFF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不是挑錯，是讓下一版更可靠。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57BAB-493C-4B8D-8232-9331686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AI 產生速度越快，越需要清楚的驗收視角。</a:t>
            </a:r>
          </a:p>
        </p:txBody>
      </p:sp>
    </p:spTree>
    <p:extLst>
      <p:ext uri="{BB962C8B-B14F-4D97-AF65-F5344CB8AC3E}">
        <p14:creationId xmlns:p14="http://schemas.microsoft.com/office/powerpoint/2010/main" val="1401066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27BF4-FD12-4CAF-AB68-1275C5B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6E5B0-1F0D-4AAF-B5D6-5F07042E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3EEE1-DF60-4C85-84FC-CFBDF343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12 / 用製作人的角度看缺點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51B66-6920-4630-A9CF-B7B2257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CBF99-D293-4F06-A3B5-1EF5F5CA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Workshop 通過，不等於產品完成。</a:t>
            </a:r>
          </a:p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Demo 可以成立，遊戲還要被驗證。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6F0C5-695F-48CF-BD20-EDE38C1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E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A53F4-2E28-4166-92D5-82EB3B28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8951E-5970-497C-BE90-F12628C9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核心技術與 Demo 路徑可展示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4FC54-4FC8-432E-8F5C-C3D5F29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C0AA3-9426-455B-B347-18B6072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97CFA-4CEF-45B7-BEAE-29BC7E18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戰鬥節奏、UI 優先級、再玩意願仍要驗證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ACFF3-836A-4F9D-B73A-4E55C66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8966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8223A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C2E47-5A1C-4EE0-96E2-C0DA9C38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下一輪不是繼續堆功能，而是重做第一場戰鬥垂直切片。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2F783-A03A-4F35-AD13-3FA37451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45 秒內出現第一次有效決策 · 單場 60–120 秒 · 6–10 個玩家回合</a:t>
            </a:r>
          </a:p>
        </p:txBody>
      </p:sp>
    </p:spTree>
    <p:extLst>
      <p:ext uri="{BB962C8B-B14F-4D97-AF65-F5344CB8AC3E}">
        <p14:creationId xmlns:p14="http://schemas.microsoft.com/office/powerpoint/2010/main" val="748294815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100000">
              <a:srgbClr val="16223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607B2-DDE8-4912-99E5-9F352C0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FINAL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92469-399B-44C4-8C73-DF8181C7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90 秒展示一條完整的因果鏈。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D4637-EDC8-4DAB-8E1C-4934EE5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輸入 → AI → 遊戲 → 結果；讓觀眾看見每一步為什麼存在。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7387C-9280-424C-AC16-E45803E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CB574-6B2C-4C5E-AE31-A90B182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1FFE8-E17C-470F-BCFE-2611A9B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拍攝物品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DA2D-982B-4936-99AE-6406E6A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2C6"/>
                </a:solidFill>
              </a:defRPr>
            </a:pPr>
            <a:r>
              <a:rPr sz="1050" b="0">
                <a:solidFill>
                  <a:srgbClr val="A9B2C6"/>
                </a:solidFill>
              </a:rPr>
              <a:t>Idea /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13A78-2FF2-42F9-9091-B51CF98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81805-1F9B-4F38-93DB-58AD20B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48893-C3E9-4AA8-8656-3211A65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2D9FF"/>
                </a:solidFill>
              </a:defRPr>
            </a:pPr>
            <a:r>
              <a:rPr sz="1950" b="1">
                <a:solidFill>
                  <a:srgbClr val="52D9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4C95B-C8E8-4F1F-BBB8-F0B4E75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 生成怪獸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DA188-3E32-422D-A315-0F636489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2C6"/>
                </a:solidFill>
              </a:defRPr>
            </a:pPr>
            <a:r>
              <a:rPr sz="1050" b="0">
                <a:solidFill>
                  <a:srgbClr val="A9B2C6"/>
                </a:solidFill>
              </a:rPr>
              <a:t>Context /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2E18F-0AC3-4644-B0C3-5B2E2E3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96352-65AC-4206-89CE-EC9DA473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D424E-6503-4347-9FB1-8FD27BA7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7CFF"/>
                </a:solidFill>
              </a:defRPr>
            </a:pPr>
            <a:r>
              <a:rPr sz="1950" b="1">
                <a:solidFill>
                  <a:srgbClr val="9A7C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803DB-BDC0-41A9-A4C4-A9F8468D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生成卡牌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3DA46-800A-42AB-B111-96EE75E3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2C6"/>
                </a:solidFill>
              </a:defRPr>
            </a:pPr>
            <a:r>
              <a:rPr sz="1050" b="0">
                <a:solidFill>
                  <a:srgbClr val="A9B2C6"/>
                </a:solidFill>
              </a:rPr>
              <a:t>Data /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F8338-2B22-4894-AD9F-38514CE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1F324-5766-4A42-9E49-322BBD8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BE2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21150-BE37-4D82-9FA4-7DC35FC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BE28F"/>
                </a:solidFill>
              </a:defRPr>
            </a:pPr>
            <a:r>
              <a:rPr sz="1950" b="1">
                <a:solidFill>
                  <a:srgbClr val="9BE28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57DB1-5765-4132-B33A-FE5D24D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開始戰鬥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5CB77-73D4-48F8-BB2E-461977D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2C6"/>
                </a:solidFill>
              </a:defRPr>
            </a:pPr>
            <a:r>
              <a:rPr sz="1050" b="0">
                <a:solidFill>
                  <a:srgbClr val="A9B2C6"/>
                </a:solidFill>
              </a:rPr>
              <a:t>Action /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C10B6-0FE7-47A1-9D08-224DE2E3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07A"/>
                </a:solidFill>
              </a:defRPr>
            </a:pPr>
            <a:r>
              <a:rPr sz="15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422B5-C882-4B49-8ADA-4E86D6B5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B0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9DDAC-72DF-4AA4-88EA-83FA418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07A"/>
                </a:solidFill>
              </a:defRPr>
            </a:pPr>
            <a:r>
              <a:rPr sz="1950" b="1">
                <a:solidFill>
                  <a:srgbClr val="FFB07A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5A180-21B9-4FC6-A25C-F566F11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完成結果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43E5A-309C-4368-8533-58947468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2C6"/>
                </a:solidFill>
              </a:defRPr>
            </a:pPr>
            <a:r>
              <a:rPr sz="1050" b="0">
                <a:solidFill>
                  <a:srgbClr val="A9B2C6"/>
                </a:solidFill>
              </a:rPr>
              <a:t>Review / Next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8a6c03f1f45e7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8aa89dd724f53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5C577-C99A-42DE-9952-4A667AB2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Fast path：快速開戰 → 先成功 → 再回頭看 AI。</a:t>
            </a:r>
          </a:p>
        </p:txBody>
      </p:sp>
    </p:spTree>
    <p:extLst>
      <p:ext uri="{BB962C8B-B14F-4D97-AF65-F5344CB8AC3E}">
        <p14:creationId xmlns:p14="http://schemas.microsoft.com/office/powerpoint/2010/main" val="183139563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C1535"/>
            </a:gs>
            <a:gs pos="68000">
              <a:srgbClr val="0B1020"/>
            </a:gs>
            <a:gs pos="100000">
              <a:srgbClr val="102E4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9b3286cec433e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2FCD6-F5B9-40D4-BD69-3E84383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020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8D511-A072-4930-929E-894519B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07A"/>
                </a:solidFill>
              </a:defRPr>
            </a:pPr>
            <a:r>
              <a:rPr sz="1200" b="1">
                <a:solidFill>
                  <a:srgbClr val="FFB07A"/>
                </a:solidFill>
              </a:rPr>
              <a:t>AI 時代工程師的新能力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0A9B3-2945-4B39-9537-371B5D3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不是寫更多 code。</a:t>
            </a:r>
          </a:p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是建立更好的系統，</a:t>
            </a:r>
          </a:p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讓 AI 幫你完成。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5E554-BB60-473E-90F7-CB9FC94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D3129-A2B9-4931-8226-9029869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A5F59-B1D6-44FE-ADE0-39AF45EF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先定義問題，再寫程式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E484A-34EE-4B16-A412-A6FBE00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ACD44-20CD-41CB-9F53-807E9072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C46D2-FF28-45A5-8473-2CBFF46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Context 比 Prompt 更重要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ABFAE-22D2-4069-8D3F-152DE97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16D21-1C8B-4CE8-B4B9-5C2AE68D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0392B-9F29-4E59-8A51-C5246D93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AI 是協作者，不是自動販賣機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39742-91EC-4E1B-8B52-66EF2A1D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B2C6"/>
                </a:solidFill>
              </a:defRPr>
            </a:pPr>
            <a:r>
              <a:rPr sz="1500" b="1">
                <a:solidFill>
                  <a:srgbClr val="A9B2C6"/>
                </a:solidFill>
              </a:rPr>
              <a:t>Snap 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6E3FB-4C54-421C-850A-ED31EC6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Q&amp;A / 你想把什麼拍成怪獸？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02A61-4B0E-408C-9BE8-3F95BF4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81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Xcode · GitHub Copilot · SwiftUI</a:t>
            </a:r>
          </a:p>
        </p:txBody>
      </p:sp>
    </p:spTree>
    <p:extLst>
      <p:ext uri="{BB962C8B-B14F-4D97-AF65-F5344CB8AC3E}">
        <p14:creationId xmlns:p14="http://schemas.microsoft.com/office/powerpoint/2010/main" val="1443127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2026-07-15T07:52:31.6900000Z</dcterms:created>
  <dcterms:modified xsi:type="dcterms:W3CDTF">2026-07-15T07:52:31.6900000Z</dcterms:modified>
</coreProperties>
</file>