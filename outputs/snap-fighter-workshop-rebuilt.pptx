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5dec05e4148ac" /><Relationship Type="http://schemas.openxmlformats.org/officeDocument/2006/relationships/extended-properties" Target="/docProps/app.xml" Id="R9e0e95f54ce34edc" /><Relationship Type="http://schemas.openxmlformats.org/officeDocument/2006/relationships/officeDocument" Target="/ppt/presentation.xml" Id="Rb708df4146d2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12a5dd05b14228"/>
  </p:sldMasterIdLst>
  <p:notesMasterIdLst>
    <p:notesMasterId xmlns:r="http://schemas.openxmlformats.org/officeDocument/2006/relationships" r:id="Ra2454567720c4f6a"/>
  </p:notesMasterIdLst>
  <p:sldIdLst>
    <p:sldId xmlns:r="http://schemas.openxmlformats.org/officeDocument/2006/relationships" id="256" r:id="Rd434979af9b14420"/>
    <p:sldId xmlns:r="http://schemas.openxmlformats.org/officeDocument/2006/relationships" id="257" r:id="R817384423cf9445f"/>
    <p:sldId xmlns:r="http://schemas.openxmlformats.org/officeDocument/2006/relationships" id="258" r:id="Rf3390b4920dd498b"/>
    <p:sldId xmlns:r="http://schemas.openxmlformats.org/officeDocument/2006/relationships" id="259" r:id="Redcb3ec6113e43a8"/>
    <p:sldId xmlns:r="http://schemas.openxmlformats.org/officeDocument/2006/relationships" id="260" r:id="R9487e5eeb2c64528"/>
    <p:sldId xmlns:r="http://schemas.openxmlformats.org/officeDocument/2006/relationships" id="261" r:id="R5809ba49b19d4c4e"/>
    <p:sldId xmlns:r="http://schemas.openxmlformats.org/officeDocument/2006/relationships" id="262" r:id="Rceb591f2b54b42eb"/>
    <p:sldId xmlns:r="http://schemas.openxmlformats.org/officeDocument/2006/relationships" id="263" r:id="Rd179dc47a2b44a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a6f2eeebdd4eef" /><Relationship Type="http://schemas.openxmlformats.org/officeDocument/2006/relationships/slideMaster" Target="/ppt/slideMasters/slideMaster1.xml" Id="Rfb12a5dd05b14228" /><Relationship Type="http://schemas.openxmlformats.org/officeDocument/2006/relationships/notesMaster" Target="/ppt/notesMasters/notesMaster1.xml" Id="Ra2454567720c4f6a" /><Relationship Type="http://schemas.openxmlformats.org/officeDocument/2006/relationships/presProps" Target="/ppt/presProps.xml" Id="R4144ef88f9ab4518" /><Relationship Type="http://schemas.openxmlformats.org/officeDocument/2006/relationships/tableStyles" Target="/ppt/tableStyles.xml" Id="R9b6025174a564632" /><Relationship Type="http://schemas.openxmlformats.org/officeDocument/2006/relationships/slide" Target="/ppt/slides/slide1.xml" Id="Rd434979af9b14420" /><Relationship Type="http://schemas.openxmlformats.org/officeDocument/2006/relationships/slide" Target="/ppt/slides/slide2.xml" Id="R817384423cf9445f" /><Relationship Type="http://schemas.openxmlformats.org/officeDocument/2006/relationships/slide" Target="/ppt/slides/slide3.xml" Id="Rf3390b4920dd498b" /><Relationship Type="http://schemas.openxmlformats.org/officeDocument/2006/relationships/slide" Target="/ppt/slides/slide4.xml" Id="Redcb3ec6113e43a8" /><Relationship Type="http://schemas.openxmlformats.org/officeDocument/2006/relationships/slide" Target="/ppt/slides/slide5.xml" Id="R9487e5eeb2c64528" /><Relationship Type="http://schemas.openxmlformats.org/officeDocument/2006/relationships/slide" Target="/ppt/slides/slide6.xml" Id="R5809ba49b19d4c4e" /><Relationship Type="http://schemas.openxmlformats.org/officeDocument/2006/relationships/slide" Target="/ppt/slides/slide7.xml" Id="Rceb591f2b54b42eb" /><Relationship Type="http://schemas.openxmlformats.org/officeDocument/2006/relationships/slide" Target="/ppt/slides/slide8.xml" Id="Rd179dc47a2b4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2762c6b1e4b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13797897c4699" /><Relationship Type="http://schemas.openxmlformats.org/officeDocument/2006/relationships/notesMaster" Target="/ppt/notesMasters/notesMaster1.xml" Id="R8c05296ff13040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c0aa2f3984460b" /><Relationship Type="http://schemas.openxmlformats.org/officeDocument/2006/relationships/notesMaster" Target="/ppt/notesMasters/notesMaster1.xml" Id="R0677d56fa12d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4d984c51548e5" /><Relationship Type="http://schemas.openxmlformats.org/officeDocument/2006/relationships/notesMaster" Target="/ppt/notesMasters/notesMaster1.xml" Id="R3258a92ae7ea4e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6a68d34304095" /><Relationship Type="http://schemas.openxmlformats.org/officeDocument/2006/relationships/notesMaster" Target="/ppt/notesMasters/notesMaster1.xml" Id="R43efdebb4e74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39b65ec0f34e47" /><Relationship Type="http://schemas.openxmlformats.org/officeDocument/2006/relationships/notesMaster" Target="/ppt/notesMasters/notesMaster1.xml" Id="Rbbd9216a401242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39d9a34ffb49c0" /><Relationship Type="http://schemas.openxmlformats.org/officeDocument/2006/relationships/notesMaster" Target="/ppt/notesMasters/notesMaster1.xml" Id="R1d5dfc6a28ab4f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03ab765884e5a" /><Relationship Type="http://schemas.openxmlformats.org/officeDocument/2006/relationships/notesMaster" Target="/ppt/notesMasters/notesMaster1.xml" Id="R66ebb1dd61924a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d3da79ed54920" /><Relationship Type="http://schemas.openxmlformats.org/officeDocument/2006/relationships/notesMaster" Target="/ppt/notesMasters/notesMaster1.xml" Id="R6894f8e030e7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c65d9416643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3abc04719f45a1" /><Relationship Type="http://schemas.openxmlformats.org/officeDocument/2006/relationships/slideLayout" Target="/ppt/slideLayouts/slideLayout1.xml" Id="R2693707f4d3e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3707f4d3e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ddba1754b4530" /><Relationship Type="http://schemas.openxmlformats.org/officeDocument/2006/relationships/image" Target="/ppt/media/image.png" Id="R7bc7af8ea99e48d0" /><Relationship Type="http://schemas.openxmlformats.org/officeDocument/2006/relationships/image" Target="/ppt/media/image2.png" Id="R5bd9a3b0ae1547e5" /><Relationship Type="http://schemas.openxmlformats.org/officeDocument/2006/relationships/image" Target="/ppt/media/image3.png" Id="Rf6fa7e13b47b4766" /><Relationship Type="http://schemas.openxmlformats.org/officeDocument/2006/relationships/notesSlide" Target="/ppt/notesSlides/notesSlide1.xml" Id="R19911f426a78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1e5e829b8427e" /><Relationship Type="http://schemas.openxmlformats.org/officeDocument/2006/relationships/notesSlide" Target="/ppt/notesSlides/notesSlide2.xml" Id="R2293e2a1e96d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5a35ea9614922" /><Relationship Type="http://schemas.openxmlformats.org/officeDocument/2006/relationships/notesSlide" Target="/ppt/notesSlides/notesSlide3.xml" Id="Rc7dd3e81feb94f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daf1b6a814aef" /><Relationship Type="http://schemas.openxmlformats.org/officeDocument/2006/relationships/notesSlide" Target="/ppt/notesSlides/notesSlide4.xml" Id="Rf487e2fc846249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f554230034feb" /><Relationship Type="http://schemas.openxmlformats.org/officeDocument/2006/relationships/notesSlide" Target="/ppt/notesSlides/notesSlide5.xml" Id="R9134b8d2c53344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8837c1c904ee9" /><Relationship Type="http://schemas.openxmlformats.org/officeDocument/2006/relationships/notesSlide" Target="/ppt/notesSlides/notesSlide6.xml" Id="R9dd3dd455457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76fa2585d4554" /><Relationship Type="http://schemas.openxmlformats.org/officeDocument/2006/relationships/image" Target="/ppt/media/image4.png" Id="Rae2a18b3367742e9" /><Relationship Type="http://schemas.openxmlformats.org/officeDocument/2006/relationships/image" Target="/ppt/media/image5.png" Id="Rcb75972733134505" /><Relationship Type="http://schemas.openxmlformats.org/officeDocument/2006/relationships/notesSlide" Target="/ppt/notesSlides/notesSlide7.xml" Id="R83cf01146ddc46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caf8317654281" /><Relationship Type="http://schemas.openxmlformats.org/officeDocument/2006/relationships/image" Target="/ppt/media/image6.png" Id="R54b48fc4bf094426" /><Relationship Type="http://schemas.openxmlformats.org/officeDocument/2006/relationships/notesSlide" Target="/ppt/notesSlides/notesSlide8.xml" Id="Rf3a22d7b8742436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60000">
              <a:srgbClr val="1B1740"/>
            </a:gs>
            <a:gs pos="100000">
              <a:srgbClr val="24142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7af8ea99e48d0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86798-E74B-41FC-930D-DF231C66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020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78BB2-A264-4066-83B4-3C9DA8FC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7A"/>
                </a:solidFill>
              </a:defRPr>
            </a:pPr>
            <a:r>
              <a:rPr sz="1125" b="1">
                <a:solidFill>
                  <a:srgbClr val="FFB07A"/>
                </a:solidFill>
              </a:rPr>
              <a:t>APPLE DEVELOPER WORKSHOP / 7.26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6B2C8-C0DE-4B85-93B0-298D487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4F0E8"/>
                </a:solidFill>
              </a:defRPr>
            </a:pPr>
            <a:r>
              <a:rPr sz="3900" b="1">
                <a:solidFill>
                  <a:srgbClr val="F4F0E8"/>
                </a:solidFill>
              </a:rPr>
              <a:t>我不會 Swift，</a:t>
            </a:r>
          </a:p>
          <a:p xmlns:a="http://schemas.openxmlformats.org/drawingml/2006/main">
            <a:pPr>
              <a:defRPr sz="3900" b="1">
                <a:solidFill>
                  <a:srgbClr val="F4F0E8"/>
                </a:solidFill>
              </a:defRPr>
            </a:pPr>
            <a:r>
              <a:rPr sz="3900" b="1">
                <a:solidFill>
                  <a:srgbClr val="F4F0E8"/>
                </a:solidFill>
              </a:rPr>
              <a:t>但我做了一個</a:t>
            </a:r>
          </a:p>
          <a:p xmlns:a="http://schemas.openxmlformats.org/drawingml/2006/main">
            <a:pPr>
              <a:defRPr sz="3900" b="1">
                <a:solidFill>
                  <a:srgbClr val="F4F0E8"/>
                </a:solidFill>
              </a:defRPr>
            </a:pPr>
            <a:r>
              <a:rPr sz="3900" b="1">
                <a:solidFill>
                  <a:srgbClr val="F4F0E8"/>
                </a:solidFill>
              </a:rPr>
              <a:t>AI 怪獸對戰遊戲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8B8AA-D204-45D8-9EC6-C9A723D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用 Xcode + GitHub Copilot，從一張照片開始。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39727-0EED-492D-9825-9D7C2F2E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87350-B49A-4A46-A1DC-57DC16E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10 分鐘規劃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AC648-9E7E-4E5E-8E3F-27F5D53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B2C6"/>
                </a:solidFill>
              </a:defRPr>
            </a:pPr>
            <a:r>
              <a:rPr sz="1800" b="1">
                <a:solidFill>
                  <a:srgbClr val="A9B2C6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3CC8D-E326-492F-AF94-C956D60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94CED-9D55-4AEA-BE87-64B4AC19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19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30 分鐘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6D268-EFF3-4F52-9040-55F10462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2C6"/>
                </a:solidFill>
              </a:defRPr>
            </a:pPr>
            <a:r>
              <a:rPr sz="1350" b="1">
                <a:solidFill>
                  <a:srgbClr val="A9B2C6"/>
                </a:solidFill>
              </a:rPr>
              <a:t>Snap Fighter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8915C-98ED-437A-AA5C-C9569D68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從 AI 寫 code，到 AI 寫錯 code。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9a3b0ae1547e5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7813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a7e13b47b4766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4100" y="24765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FC87B-B087-4643-AFE2-29122E8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0E8"/>
                </a:solidFill>
              </a:defRPr>
            </a:pPr>
            <a:r>
              <a:rPr sz="1425" b="1">
                <a:solidFill>
                  <a:srgbClr val="F4F0E8"/>
                </a:solidFill>
              </a:rPr>
              <a:t>拍照 → 生成 → 對戰</a:t>
            </a:r>
          </a:p>
        </p:txBody>
      </p:sp>
    </p:spTree>
    <p:extLst>
      <p:ext uri="{BB962C8B-B14F-4D97-AF65-F5344CB8AC3E}">
        <p14:creationId xmlns:p14="http://schemas.microsoft.com/office/powerpoint/2010/main" val="2043136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7FDEC-F1DE-4A1D-897C-7694D59A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F0731-08DA-41CD-88FB-FF83739F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2638-990E-4174-BC62-0DF1661F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01 / 先定義問題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913AB-9E66-4BF7-81A5-6D45FE4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9803B-CF19-49CD-B744-2C92715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AI 不是起點。</a:t>
            </a:r>
          </a:p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玩家要做什麼，才是起點。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DF20-F05A-45A8-B50D-BF87D5A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2C6"/>
                </a:solidFill>
              </a:defRPr>
            </a:pPr>
            <a:r>
              <a:rPr sz="1500" b="0">
                <a:solidFill>
                  <a:srgbClr val="A9B2C6"/>
                </a:solidFill>
              </a:rPr>
              <a:t>Snap Fighter 的 MVP 只有一個核心循環：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51B22-8070-48A2-B072-EF5C89AE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1242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13442-7F7B-4F4A-BF62-AEDD754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07A"/>
                </a:solidFill>
              </a:defRPr>
            </a:pPr>
            <a:r>
              <a:rPr sz="1350" b="1">
                <a:solidFill>
                  <a:srgbClr val="FFB0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1786F-BA02-42CD-AF15-AB713BDB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拍一張照片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9D03F-B530-4BB7-816A-E3EC229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把身邊的物體變成怪獸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B140C-259C-4975-9228-CC588421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05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06384-A3BB-4C79-BFA8-8C496CE4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62300"/>
            <a:ext cx="31242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82B49"/>
          </a:solidFill>
          <a:ln xmlns:a="http://schemas.openxmlformats.org/drawingml/2006/main" w="9525">
            <a:solidFill>
              <a:srgbClr val="52D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1327-E4CD-42EC-9A6F-B4E4881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9FF"/>
                </a:solidFill>
              </a:defRPr>
            </a:pPr>
            <a:r>
              <a:rPr sz="1350" b="1">
                <a:solidFill>
                  <a:srgbClr val="52D9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CC3CF-C86F-4907-BA56-11E64C9A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90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AI 生成卡牌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18BE4-8B77-416D-B036-CDFF1FD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名稱、元素、能力值、技能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B8201-DF95-45C5-B03F-012FF3D1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7F791-F6E6-4A4D-90CD-2BEA3873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31242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58F64-6960-45B9-AEFE-41B1C14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07A"/>
                </a:solidFill>
              </a:defRPr>
            </a:pPr>
            <a:r>
              <a:rPr sz="1350" b="1">
                <a:solidFill>
                  <a:srgbClr val="FFB07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5A120-2C62-46C9-931B-3314E6E9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兩隻就開打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B2298-C9F7-49AA-A9A6-455E18C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攻擊、技能、防禦，完成一場戰鬥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57CCC-AF1A-4696-A4BD-5D22D8E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先把循環切小，AI 才能在 30 分鐘內把它做出來。</a:t>
            </a:r>
          </a:p>
        </p:txBody>
      </p:sp>
    </p:spTree>
    <p:extLst>
      <p:ext uri="{BB962C8B-B14F-4D97-AF65-F5344CB8AC3E}">
        <p14:creationId xmlns:p14="http://schemas.microsoft.com/office/powerpoint/2010/main" val="476113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94251-A3DE-491A-B094-D5F4F29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327A9-0F32-45F0-A6D1-4C07FE4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A9649-ED07-4E1C-A5E3-101C4CF8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02 / 10 分鐘前置規劃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EFAD9-4413-49E2-9A74-2A0FD71A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CED9C-74AE-4A78-95AF-84EA5F00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10 分鐘只做三個決定：</a:t>
            </a:r>
          </a:p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做什麼、先不做什麼、怎麼算完成。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CBAAC-C47F-4212-9C8D-402C126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把想法變成 AI 能執行的邊界。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4B818-72B4-4F13-B1F4-0B4FDA74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3DC6D-96D3-4902-9714-041891F3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DEB8F-200D-4A7A-BC81-254BAF41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B2D9C-A530-4B3D-9B3F-6645399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拍照或選照片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AI 回傳一張怪獸卡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兩隻怪獸進入戰鬥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F1F48-A87B-4A53-B677-F7CBED2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BFA67-4574-473C-819B-F7AB1F9C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064ED-BE8C-47D1-8474-20FFEE8A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FC43-04C3-49DB-8B61-097A29AE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卡牌收藏與升級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替補位與交換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勝利後經驗值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BD3A6-59AC-4006-A178-FC57664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1D15E-7813-4DFF-9308-4E3E0D37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06DB4-8982-44C9-AD83-2F914613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NOT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4592C-5E5F-4ED2-B952-A2E608F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多人連線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商店與抽卡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複雜的屬性相剋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54F11-4E99-41C6-963B-C4D4CF0A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MVP 的關鍵不是少寫 code，而是少承諾。</a:t>
            </a:r>
          </a:p>
        </p:txBody>
      </p:sp>
    </p:spTree>
    <p:extLst>
      <p:ext uri="{BB962C8B-B14F-4D97-AF65-F5344CB8AC3E}">
        <p14:creationId xmlns:p14="http://schemas.microsoft.com/office/powerpoint/2010/main" val="384041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EEE08-3B86-4ED3-948A-0435822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4E404-8EC0-4A02-A415-50F5E9E4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86083-9B7B-4A85-8743-0CD565D4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03 / 把 MVP 畫成一條路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7E6C7-C640-4A21-B91C-F118A525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800B3-D0F5-4164-A426-65D04A6C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我們先畫出 4 個畫面，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再讓 AI 寫 SwiftUI。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E804E-C42F-4403-BE4B-E300FBB5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每一個畫面都只回答一個問題。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AC211-B18F-4E52-AA04-EFEE7FA9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E431B-5227-4572-8828-F26B06BC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66460-C7AF-4BD4-B9A3-BD74DF2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E95DA-C99D-40B6-A3F2-4C21704B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拍照抓怪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DAEEF-BE10-48F0-A632-DB890F4B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我想把什麼變成怪獸？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1CB40-9E3C-4586-86B7-9E510D8B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0AF6F-1A71-4F72-88E6-90583F5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7CDDC-DF70-4856-9EB9-2AC93AF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1271D-D6B8-46D8-84E5-73270EF3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怪獸卡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B2314-94B3-448F-8FFC-D10D622D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AI 幫我生成了什麼？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E5304-6D00-47D6-871E-1793712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15302-E33B-4D13-B82B-CF358E76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10778-33BC-4BCA-BF3B-3CA16B72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AD15B-0354-458F-AFDD-2E6CBB0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對戰場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6EC85-63B3-4085-B2C0-E1598E8D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這一回合我要做什麼？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52B14-9272-4E51-9577-1A979B7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320C5-D52A-4CAD-971C-7870D340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E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77C6A-AF31-454E-864F-EE1AFFC5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F601E-8707-44B8-9F64-2FDECF9D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戰鬥結果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DE5D9-B979-40EC-9352-E6901AB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我贏了什麼？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A9C76-0038-4FC8-8A11-9E2139B1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223B"/>
          </a:solidFill>
          <a:ln xmlns:a="http://schemas.openxmlformats.org/drawingml/2006/main" w="9525">
            <a:solidFill>
              <a:srgbClr val="52D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39F87-B50F-4FA0-B3BD-85ADB04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D9FF"/>
                </a:solidFill>
              </a:defRPr>
            </a:pPr>
            <a:r>
              <a:rPr sz="1500" b="1">
                <a:solidFill>
                  <a:srgbClr val="52D9FF"/>
                </a:solidFill>
              </a:rPr>
              <a:t>資料也先定一個最小版本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76F29-3A20-493E-82AC-1C3A28D1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Monster {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  name, element,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  hp, atk, def, skill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BattleState {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  player, opponent, turn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58761-C938-4AA7-9685-DADB2CA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43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B07A"/>
                </a:solidFill>
              </a:defRPr>
            </a:pPr>
            <a:r>
              <a:rPr sz="1425" b="1">
                <a:solidFill>
                  <a:srgbClr val="FFB07A"/>
                </a:solidFill>
              </a:rPr>
              <a:t>先讓資料能流過畫面，</a:t>
            </a:r>
          </a:p>
          <a:p xmlns:a="http://schemas.openxmlformats.org/drawingml/2006/main">
            <a:pPr>
              <a:defRPr sz="1425" b="1">
                <a:solidFill>
                  <a:srgbClr val="FFB07A"/>
                </a:solidFill>
              </a:defRPr>
            </a:pPr>
            <a:r>
              <a:rPr sz="1425" b="1">
                <a:solidFill>
                  <a:srgbClr val="FFB07A"/>
                </a:solidFill>
              </a:rPr>
              <a:t>再談漂亮。</a:t>
            </a:r>
          </a:p>
        </p:txBody>
      </p:sp>
    </p:spTree>
    <p:extLst>
      <p:ext uri="{BB962C8B-B14F-4D97-AF65-F5344CB8AC3E}">
        <p14:creationId xmlns:p14="http://schemas.microsoft.com/office/powerpoint/2010/main" val="1306609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23FB7-13C0-4027-9274-F05662A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84019-88F8-47CD-AF99-FECE3027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91784-2622-49AA-AAB6-2F6B323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04 / 30 分鐘實作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B2795-7D3E-4EED-88E5-39C68BAD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68A5D-4796-4179-A7AD-5FFC8E2A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30 分鐘不是把整個產品做完。</a:t>
            </a:r>
          </a:p>
          <a:p xmlns:a="http://schemas.openxmlformats.org/drawingml/2006/main">
            <a:pPr>
              <a:defRPr sz="2925" b="1">
                <a:solidFill>
                  <a:srgbClr val="F4F0E8"/>
                </a:solidFill>
              </a:defRPr>
            </a:pPr>
            <a:r>
              <a:rPr sz="2925" b="1">
                <a:solidFill>
                  <a:srgbClr val="F4F0E8"/>
                </a:solidFill>
              </a:rPr>
              <a:t>是把一個可玩的循環跑通。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A7ECD-B5FC-430C-8BD1-91E1FC94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326B2-F6BE-4681-AD4F-806D13C6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0–10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519FA-069C-4203-B26E-B763B439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先跑起來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1F062-ABEB-4AC9-B764-CD9DB751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Xcode 專案、畫面骨架、假資料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99624-C07D-40E5-8097-672D5B48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2673C-BF0D-449D-8BC1-B734296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DB0B-5159-4801-A17C-A7569BC8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D9FF"/>
                </a:solidFill>
              </a:defRPr>
            </a:pPr>
            <a:r>
              <a:rPr sz="2100" b="1">
                <a:solidFill>
                  <a:srgbClr val="52D9FF"/>
                </a:solidFill>
              </a:rPr>
              <a:t>10–20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0FFB0-9ECD-40F4-90CD-77EC9FC3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接上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F9D1D-46C4-4785-AC5C-B9D54D2C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圖片上傳、JSON 解碼、卡牌生成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5C233-22EC-4B98-BCC5-AB43DD1A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C7B2B-142F-46F9-9485-CCC2265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DB484-1034-4740-8663-806ECEB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7CFF"/>
                </a:solidFill>
              </a:defRPr>
            </a:pPr>
            <a:r>
              <a:rPr sz="2100" b="1">
                <a:solidFill>
                  <a:srgbClr val="9A7CFF"/>
                </a:solidFill>
              </a:rPr>
              <a:t>20–30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F2CB5-C874-49E4-836B-583C606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完成對戰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B0225-96CD-4B86-B140-DBD127F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回合狀態、按鈕、勝負結果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90E2C-4FAF-4559-9A63-3C1765F4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完成標準：學員能拍照、看到一張卡、按下攻擊、看到結果。</a:t>
            </a:r>
          </a:p>
        </p:txBody>
      </p:sp>
    </p:spTree>
    <p:extLst>
      <p:ext uri="{BB962C8B-B14F-4D97-AF65-F5344CB8AC3E}">
        <p14:creationId xmlns:p14="http://schemas.microsoft.com/office/powerpoint/2010/main" val="1260791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A7554-BC27-4DC3-ADCF-09A30FD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E71E9-2D0F-4A0C-8E00-40924629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4AFE4-BA69-4315-A247-DC6CF4B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2C6"/>
                </a:solidFill>
              </a:defRPr>
            </a:pPr>
            <a:r>
              <a:rPr sz="900" b="1">
                <a:solidFill>
                  <a:srgbClr val="A9B2C6"/>
                </a:solidFill>
              </a:rPr>
              <a:t>05 / AI 協作的真實樣貌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E5348-27C3-4EA1-9D1A-F59BF46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C02EA-9E9B-4518-9A17-52DC6713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AI 會寫得很快，</a:t>
            </a:r>
          </a:p>
          <a:p xmlns:a="http://schemas.openxmlformats.org/drawingml/2006/main">
            <a:pPr>
              <a:defRPr sz="3150" b="1">
                <a:solidFill>
                  <a:srgbClr val="F4F0E8"/>
                </a:solidFill>
              </a:defRPr>
            </a:pPr>
            <a:r>
              <a:rPr sz="3150" b="1">
                <a:solidFill>
                  <a:srgbClr val="F4F0E8"/>
                </a:solidFill>
              </a:rPr>
              <a:t>也會很快地寫錯。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3D27-A6F4-4F48-95C1-C887A9E5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我們示範的不是完美 prompt，而是修正迴圈。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0DD0-DBBB-47E4-B183-F2BB597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4FAB2-A216-45EE-B1BF-EFC01A39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04E78-ED63-4B16-B821-5E97E04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8223A"/>
          </a:solidFill>
          <a:ln xmlns:a="http://schemas.openxmlformats.org/drawingml/2006/main" w="9525">
            <a:solidFill>
              <a:srgbClr val="2B3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CA691-BF4A-4E91-885F-8F5B68A2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請建立一個 SwiftUI BattleView。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玩家可以攻擊、使用技能或防禦，</a:t>
            </a:r>
          </a:p>
          <a:p xmlns:a="http://schemas.openxmlformats.org/drawingml/2006/main">
            <a:pPr>
              <a:defRPr sz="1350" b="0">
                <a:solidFill>
                  <a:srgbClr val="F4F0E8"/>
                </a:solidFill>
              </a:defRPr>
            </a:pPr>
            <a:r>
              <a:rPr sz="1350" b="0">
                <a:solidFill>
                  <a:srgbClr val="F4F0E8"/>
                </a:solidFill>
              </a:rPr>
              <a:t>每次操作都更新 BattleState。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0086A-7F0A-42E7-A69A-6EC462D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B8693-0BEB-4DFF-9160-8D34A765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4E103-CC20-409F-B2F6-9EC05D67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BUG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F53F9-7C26-48F2-A9EF-DBBDC11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301E2B"/>
          </a:solidFill>
          <a:ln xmlns:a="http://schemas.openxmlformats.org/drawingml/2006/main" w="9525">
            <a:solidFill>
              <a:srgbClr val="FF70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BCA30-1FF9-43CB-9201-F641597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畫面能跑，但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對手的 HP 沒有更新。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28DFA-EEB2-405B-A23E-1A25B571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5C4C7-01C8-4AA9-89B3-77F30F04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F33BF-2F40-4A54-8EB0-E532A0B1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D9FF"/>
                </a:solidFill>
              </a:defRPr>
            </a:pPr>
            <a:r>
              <a:rPr sz="1500" b="1">
                <a:solidFill>
                  <a:srgbClr val="52D9FF"/>
                </a:solidFill>
              </a:rPr>
              <a:t>先讀 state，再看 action；不要只看畫面。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5C5E4-9F7C-4C4E-92A4-500C2202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AI 不會主動告訴你的三件事：</a:t>
            </a:r>
          </a:p>
          <a:p xmlns:a="http://schemas.openxmlformats.org/drawingml/2006/main">
            <a:pPr>
              <a:defRPr sz="1275" b="0">
                <a:solidFill>
                  <a:srgbClr val="A9B2C6"/>
                </a:solidFill>
              </a:defRPr>
            </a:pPr>
            <a:r>
              <a:rPr sz="1275" b="0">
                <a:solidFill>
                  <a:srgbClr val="A9B2C6"/>
                </a:solidFill>
              </a:rPr>
              <a:t>狀態放錯地方、錯誤處理不完整、Demo 路徑沒有備案。</a:t>
            </a:r>
          </a:p>
        </p:txBody>
      </p:sp>
    </p:spTree>
    <p:extLst>
      <p:ext uri="{BB962C8B-B14F-4D97-AF65-F5344CB8AC3E}">
        <p14:creationId xmlns:p14="http://schemas.microsoft.com/office/powerpoint/2010/main" val="987977079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100000">
              <a:srgbClr val="16223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7EFD4-BF4A-4F2A-B272-BB5B9FA5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SNAP FIGHTER /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089AE-7D6D-4D9F-AA6F-F7D68344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Demo 要讓觀眾在 90 秒內</a:t>
            </a:r>
          </a:p>
          <a:p xmlns:a="http://schemas.openxmlformats.org/drawingml/2006/main">
            <a:pPr>
              <a:defRPr sz="3000" b="1">
                <a:solidFill>
                  <a:srgbClr val="F4F0E8"/>
                </a:solidFill>
              </a:defRPr>
            </a:pPr>
            <a:r>
              <a:rPr sz="3000" b="1">
                <a:solidFill>
                  <a:srgbClr val="F4F0E8"/>
                </a:solidFill>
              </a:rPr>
              <a:t>看見 AI 真的改變了遊戲。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DD0CC-AA63-4692-BADC-DCB352C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2C6"/>
                </a:solidFill>
              </a:defRPr>
            </a:pPr>
            <a:r>
              <a:rPr sz="1425" b="0">
                <a:solidFill>
                  <a:srgbClr val="A9B2C6"/>
                </a:solidFill>
              </a:rPr>
              <a:t>不是展示所有功能，而是展示一條完整的因果鏈。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F04FE-87AD-4877-8DBB-D1C469D2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362200" cy="165735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515F5-0AFC-4C15-AF7D-552BE2E1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42718-EA2E-451A-8D3C-0548E05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拍攝一個物體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F4B66-5BBF-4971-BCE5-086E834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照片成為輸入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139F6-7D1D-495C-B295-DFDA129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07A"/>
                </a:solidFill>
              </a:defRPr>
            </a:pPr>
            <a:r>
              <a:rPr sz="165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87988-0F1D-4034-BF0E-AFFDCC81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52750"/>
            <a:ext cx="2362200" cy="165735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52D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2923D-D19B-450E-96B6-9A3749F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D9FF"/>
                </a:solidFill>
              </a:defRPr>
            </a:pPr>
            <a:r>
              <a:rPr sz="2100" b="1">
                <a:solidFill>
                  <a:srgbClr val="52D9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E2C51-3A92-4B13-8B26-4ABC92C1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76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 生成怪獸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31A6A-88B9-4C04-99D7-70A49E0C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資料成為卡牌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32B19-63B9-4EBF-B56B-355E4C5B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07A"/>
                </a:solidFill>
              </a:defRPr>
            </a:pPr>
            <a:r>
              <a:rPr sz="165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5CDCF-260A-4AEA-A244-DD71E932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362200" cy="165735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A7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62001-175B-46FB-825D-8BAC880C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7CFF"/>
                </a:solidFill>
              </a:defRPr>
            </a:pPr>
            <a:r>
              <a:rPr sz="2100" b="1">
                <a:solidFill>
                  <a:srgbClr val="9A7C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4ED5B-9111-4A86-A50B-2996DC01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抓第二隻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8B729-229F-4AF8-998B-CB1093F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兩張卡進入戰鬥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618F9-977F-4CC8-96AF-FCABD615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19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07A"/>
                </a:solidFill>
              </a:defRPr>
            </a:pPr>
            <a:r>
              <a:rPr sz="1650" b="1">
                <a:solidFill>
                  <a:srgbClr val="FFB07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2F000-B59C-4F9C-98C0-E8F91717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2362200" cy="165735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19050">
            <a:solidFill>
              <a:srgbClr val="9BE2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95BE6-B0C5-492D-AA8A-1F71451A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E28F"/>
                </a:solidFill>
              </a:defRPr>
            </a:pPr>
            <a:r>
              <a:rPr sz="2100" b="1">
                <a:solidFill>
                  <a:srgbClr val="9BE28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4A2F9-B67D-49CA-9E18-0B47656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完成一回合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BE719-9BDB-4195-AF05-633CC9D7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2C6"/>
                </a:solidFill>
              </a:defRPr>
            </a:pPr>
            <a:r>
              <a:rPr sz="1200" b="0">
                <a:solidFill>
                  <a:srgbClr val="A9B2C6"/>
                </a:solidFill>
              </a:rPr>
              <a:t>玩家看到結果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a18b3367742e9"/>
          <a:srcRect xmlns:a="http://schemas.openxmlformats.org/drawingml/2006/main" l="0" t="10455" r="0" b="10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4819650"/>
            <a:ext cx="1047750" cy="110490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5972733134505"/>
          <a:srcRect xmlns:a="http://schemas.openxmlformats.org/drawingml/2006/main" l="0" t="10455" r="0" b="10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4819650"/>
            <a:ext cx="1047750" cy="110490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F859D-10CA-4013-B9F5-CDF3044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07A"/>
                </a:solidFill>
              </a:defRPr>
            </a:pPr>
            <a:r>
              <a:rPr sz="1575" b="1">
                <a:solidFill>
                  <a:srgbClr val="FFB07A"/>
                </a:solidFill>
              </a:rPr>
              <a:t>Fast path：快速開戰 → 先成功 → 再回頭看 AI。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6A8C7-9F5E-4475-A506-28E29940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2C6"/>
                </a:solidFill>
              </a:defRPr>
            </a:pPr>
            <a:r>
              <a:rPr sz="1125" b="0">
                <a:solidFill>
                  <a:srgbClr val="A9B2C6"/>
                </a:solidFill>
              </a:rPr>
              <a:t>這是 workshop 的保險，不是作弊。</a:t>
            </a:r>
          </a:p>
        </p:txBody>
      </p:sp>
    </p:spTree>
    <p:extLst>
      <p:ext uri="{BB962C8B-B14F-4D97-AF65-F5344CB8AC3E}">
        <p14:creationId xmlns:p14="http://schemas.microsoft.com/office/powerpoint/2010/main" val="109122928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C1535"/>
            </a:gs>
            <a:gs pos="68000">
              <a:srgbClr val="0B1020"/>
            </a:gs>
            <a:gs pos="100000">
              <a:srgbClr val="102E4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48fc4bf094426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FF604-E211-43D7-98A9-4B7717C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020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A2998-7D50-4BFA-828E-A8BB86E0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07A"/>
                </a:solidFill>
              </a:defRPr>
            </a:pPr>
            <a:r>
              <a:rPr sz="1200" b="1">
                <a:solidFill>
                  <a:srgbClr val="FFB07A"/>
                </a:solidFill>
              </a:rPr>
              <a:t>最後留下三件事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2EC71-6E9A-45C2-82A0-19A681D3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0E8"/>
                </a:solidFill>
              </a:defRPr>
            </a:pPr>
            <a:r>
              <a:rPr sz="3450" b="1">
                <a:solidFill>
                  <a:srgbClr val="F4F0E8"/>
                </a:solidFill>
              </a:rPr>
              <a:t>不會 Swift，</a:t>
            </a:r>
          </a:p>
          <a:p xmlns:a="http://schemas.openxmlformats.org/drawingml/2006/main">
            <a:pPr>
              <a:defRPr sz="3450" b="1">
                <a:solidFill>
                  <a:srgbClr val="F4F0E8"/>
                </a:solidFill>
              </a:defRPr>
            </a:pPr>
            <a:r>
              <a:rPr sz="3450" b="1">
                <a:solidFill>
                  <a:srgbClr val="F4F0E8"/>
                </a:solidFill>
              </a:rPr>
              <a:t>也可以開始做。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9040B-8623-4462-80B5-9937A53C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11802-1113-4FF1-8425-6AA4D6E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402CC-9010-44E3-80A9-DFFB9976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先定義一個真的能完成的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62A5C-5993-4212-8DBC-7308A19D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68999-9378-4CF8-BD0C-601A41CD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9CA73-FB75-424D-A930-BF286E4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把 AI 當成協作者，不是自動販賣機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B0C5F-4318-4D13-9E9B-81F1104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A18F9-AEA3-45D3-8802-6644B34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2F0F6-A03A-4AE8-BECA-DFCD007D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每一次錯誤，都是你理解系統的入口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7E464-716A-4137-BA73-3C8EF07A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B2C6"/>
                </a:solidFill>
              </a:defRPr>
            </a:pPr>
            <a:r>
              <a:rPr sz="1500" b="1">
                <a:solidFill>
                  <a:srgbClr val="A9B2C6"/>
                </a:solidFill>
              </a:rPr>
              <a:t>Snap Fighter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4D7CD-C1ED-466C-A9D2-2D377CB1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07A"/>
                </a:solidFill>
              </a:defRPr>
            </a:pPr>
            <a:r>
              <a:rPr sz="1800" b="1">
                <a:solidFill>
                  <a:srgbClr val="FFB07A"/>
                </a:solidFill>
              </a:rPr>
              <a:t>Q&amp;A / 你想把什麼拍成怪獸？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FE4E1-C84E-4F73-8CD0-4DE23766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81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2C6"/>
                </a:solidFill>
              </a:defRPr>
            </a:pPr>
            <a:r>
              <a:rPr sz="975" b="1">
                <a:solidFill>
                  <a:srgbClr val="A9B2C6"/>
                </a:solidFill>
              </a:rPr>
              <a:t>Xcode · GitHub Copilot · SwiftUI</a:t>
            </a:r>
          </a:p>
        </p:txBody>
      </p:sp>
    </p:spTree>
    <p:extLst>
      <p:ext uri="{BB962C8B-B14F-4D97-AF65-F5344CB8AC3E}">
        <p14:creationId xmlns:p14="http://schemas.microsoft.com/office/powerpoint/2010/main" val="1931358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2026-07-15T05:36:20.9490000Z</dcterms:created>
  <dcterms:modified xsi:type="dcterms:W3CDTF">2026-07-15T05:36:20.9490000Z</dcterms:modified>
</coreProperties>
</file>